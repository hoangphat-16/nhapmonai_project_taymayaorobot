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5"/>
  </p:notesMasterIdLst>
  <p:sldIdLst>
    <p:sldId id="256" r:id="rId2"/>
    <p:sldId id="258" r:id="rId3"/>
    <p:sldId id="260" r:id="rId4"/>
    <p:sldId id="308" r:id="rId5"/>
    <p:sldId id="275" r:id="rId6"/>
    <p:sldId id="264" r:id="rId7"/>
    <p:sldId id="309" r:id="rId8"/>
    <p:sldId id="310" r:id="rId9"/>
    <p:sldId id="311" r:id="rId10"/>
    <p:sldId id="312" r:id="rId11"/>
    <p:sldId id="265" r:id="rId12"/>
    <p:sldId id="270" r:id="rId13"/>
    <p:sldId id="315" r:id="rId14"/>
  </p:sldIdLst>
  <p:sldSz cx="9144000" cy="5143500" type="screen16x9"/>
  <p:notesSz cx="6858000" cy="9144000"/>
  <p:embeddedFontLst>
    <p:embeddedFont>
      <p:font typeface="IBM Plex Mono" panose="020B0509050203000203" pitchFamily="49" charset="0"/>
      <p:regular r:id="rId16"/>
      <p:bold r:id="rId17"/>
      <p:italic r:id="rId18"/>
      <p:boldItalic r:id="rId19"/>
    </p:embeddedFont>
    <p:embeddedFont>
      <p:font typeface="Poppins" panose="00000500000000000000" pitchFamily="2" charset="0"/>
      <p:regular r:id="rId20"/>
      <p:bold r:id="rId21"/>
      <p:italic r:id="rId22"/>
      <p:boldItalic r:id="rId23"/>
    </p:embeddedFont>
    <p:embeddedFont>
      <p:font typeface="Source Code Pro" panose="020B0509030403020204" pitchFamily="49"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018459-0FB0-465F-A852-8ACF86231B74}">
  <a:tblStyle styleId="{1E018459-0FB0-465F-A852-8ACF86231B7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71" autoAdjust="0"/>
    <p:restoredTop sz="94660"/>
  </p:normalViewPr>
  <p:slideViewPr>
    <p:cSldViewPr snapToGrid="0">
      <p:cViewPr varScale="1">
        <p:scale>
          <a:sx n="98" d="100"/>
          <a:sy n="98" d="100"/>
        </p:scale>
        <p:origin x="112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g24e5c2c9e4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4" name="Google Shape;1464;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p:cNvGrpSpPr/>
        <p:nvPr/>
      </p:nvGrpSpPr>
      <p:grpSpPr>
        <a:xfrm>
          <a:off x="0" y="0"/>
          <a:ext cx="0" cy="0"/>
          <a:chOff x="0" y="0"/>
          <a:chExt cx="0" cy="0"/>
        </a:xfrm>
      </p:grpSpPr>
      <p:sp>
        <p:nvSpPr>
          <p:cNvPr id="1527" name="Google Shape;1527;g24ed99bf1a4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8">
          <a:extLst>
            <a:ext uri="{FF2B5EF4-FFF2-40B4-BE49-F238E27FC236}">
              <a16:creationId xmlns:a16="http://schemas.microsoft.com/office/drawing/2014/main" id="{861A03E4-E6FC-1BCE-6BA5-B09DCF4B8275}"/>
            </a:ext>
          </a:extLst>
        </p:cNvPr>
        <p:cNvGrpSpPr/>
        <p:nvPr/>
      </p:nvGrpSpPr>
      <p:grpSpPr>
        <a:xfrm>
          <a:off x="0" y="0"/>
          <a:ext cx="0" cy="0"/>
          <a:chOff x="0" y="0"/>
          <a:chExt cx="0" cy="0"/>
        </a:xfrm>
      </p:grpSpPr>
      <p:sp>
        <p:nvSpPr>
          <p:cNvPr id="2119" name="Google Shape;2119;g24ef22aa1ac_0_510:notes">
            <a:extLst>
              <a:ext uri="{FF2B5EF4-FFF2-40B4-BE49-F238E27FC236}">
                <a16:creationId xmlns:a16="http://schemas.microsoft.com/office/drawing/2014/main" id="{A3BD8048-F92B-4F7D-534D-EA7739953A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0" name="Google Shape;2120;g24ef22aa1ac_0_510:notes">
            <a:extLst>
              <a:ext uri="{FF2B5EF4-FFF2-40B4-BE49-F238E27FC236}">
                <a16:creationId xmlns:a16="http://schemas.microsoft.com/office/drawing/2014/main" id="{EA377A9F-FBC1-4D3B-A1BA-B0D4CDA7D8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8954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8"/>
        <p:cNvGrpSpPr/>
        <p:nvPr/>
      </p:nvGrpSpPr>
      <p:grpSpPr>
        <a:xfrm>
          <a:off x="0" y="0"/>
          <a:ext cx="0" cy="0"/>
          <a:chOff x="0" y="0"/>
          <a:chExt cx="0" cy="0"/>
        </a:xfrm>
      </p:grpSpPr>
      <p:sp>
        <p:nvSpPr>
          <p:cNvPr id="2119" name="Google Shape;2119;g24ef22aa1ac_0_5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0" name="Google Shape;2120;g24ef22aa1ac_0_5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4703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8"/>
        <p:cNvGrpSpPr/>
        <p:nvPr/>
      </p:nvGrpSpPr>
      <p:grpSpPr>
        <a:xfrm>
          <a:off x="0" y="0"/>
          <a:ext cx="0" cy="0"/>
          <a:chOff x="0" y="0"/>
          <a:chExt cx="0" cy="0"/>
        </a:xfrm>
      </p:grpSpPr>
      <p:sp>
        <p:nvSpPr>
          <p:cNvPr id="1729" name="Google Shape;1729;g24ed99bf1a4_0_4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0" name="Google Shape;1730;g24ed99bf1a4_0_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8">
          <a:extLst>
            <a:ext uri="{FF2B5EF4-FFF2-40B4-BE49-F238E27FC236}">
              <a16:creationId xmlns:a16="http://schemas.microsoft.com/office/drawing/2014/main" id="{2C374FD2-E243-DEC3-ADAA-0012CF40CD5C}"/>
            </a:ext>
          </a:extLst>
        </p:cNvPr>
        <p:cNvGrpSpPr/>
        <p:nvPr/>
      </p:nvGrpSpPr>
      <p:grpSpPr>
        <a:xfrm>
          <a:off x="0" y="0"/>
          <a:ext cx="0" cy="0"/>
          <a:chOff x="0" y="0"/>
          <a:chExt cx="0" cy="0"/>
        </a:xfrm>
      </p:grpSpPr>
      <p:sp>
        <p:nvSpPr>
          <p:cNvPr id="1729" name="Google Shape;1729;g24ed99bf1a4_0_481:notes">
            <a:extLst>
              <a:ext uri="{FF2B5EF4-FFF2-40B4-BE49-F238E27FC236}">
                <a16:creationId xmlns:a16="http://schemas.microsoft.com/office/drawing/2014/main" id="{F4B270DE-FBBF-7409-E1D3-40E5E5AC20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0" name="Google Shape;1730;g24ed99bf1a4_0_481:notes">
            <a:extLst>
              <a:ext uri="{FF2B5EF4-FFF2-40B4-BE49-F238E27FC236}">
                <a16:creationId xmlns:a16="http://schemas.microsoft.com/office/drawing/2014/main" id="{A475B271-3333-D183-2508-4CD0C9553F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2465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8">
          <a:extLst>
            <a:ext uri="{FF2B5EF4-FFF2-40B4-BE49-F238E27FC236}">
              <a16:creationId xmlns:a16="http://schemas.microsoft.com/office/drawing/2014/main" id="{789A356E-A775-6B64-0D01-BA5B8920E59D}"/>
            </a:ext>
          </a:extLst>
        </p:cNvPr>
        <p:cNvGrpSpPr/>
        <p:nvPr/>
      </p:nvGrpSpPr>
      <p:grpSpPr>
        <a:xfrm>
          <a:off x="0" y="0"/>
          <a:ext cx="0" cy="0"/>
          <a:chOff x="0" y="0"/>
          <a:chExt cx="0" cy="0"/>
        </a:xfrm>
      </p:grpSpPr>
      <p:sp>
        <p:nvSpPr>
          <p:cNvPr id="1729" name="Google Shape;1729;g24ed99bf1a4_0_481:notes">
            <a:extLst>
              <a:ext uri="{FF2B5EF4-FFF2-40B4-BE49-F238E27FC236}">
                <a16:creationId xmlns:a16="http://schemas.microsoft.com/office/drawing/2014/main" id="{C6378528-C1B1-4E1E-E9C8-CE235D3E03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0" name="Google Shape;1730;g24ed99bf1a4_0_481:notes">
            <a:extLst>
              <a:ext uri="{FF2B5EF4-FFF2-40B4-BE49-F238E27FC236}">
                <a16:creationId xmlns:a16="http://schemas.microsoft.com/office/drawing/2014/main" id="{70AA3077-D1E1-7483-8951-33C799A0B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0014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8">
          <a:extLst>
            <a:ext uri="{FF2B5EF4-FFF2-40B4-BE49-F238E27FC236}">
              <a16:creationId xmlns:a16="http://schemas.microsoft.com/office/drawing/2014/main" id="{4A837B80-F41E-361E-5435-48C2ED93A873}"/>
            </a:ext>
          </a:extLst>
        </p:cNvPr>
        <p:cNvGrpSpPr/>
        <p:nvPr/>
      </p:nvGrpSpPr>
      <p:grpSpPr>
        <a:xfrm>
          <a:off x="0" y="0"/>
          <a:ext cx="0" cy="0"/>
          <a:chOff x="0" y="0"/>
          <a:chExt cx="0" cy="0"/>
        </a:xfrm>
      </p:grpSpPr>
      <p:sp>
        <p:nvSpPr>
          <p:cNvPr id="1729" name="Google Shape;1729;g24ed99bf1a4_0_481:notes">
            <a:extLst>
              <a:ext uri="{FF2B5EF4-FFF2-40B4-BE49-F238E27FC236}">
                <a16:creationId xmlns:a16="http://schemas.microsoft.com/office/drawing/2014/main" id="{6DE36B88-2738-8DB9-D812-4A8BC7E6A7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0" name="Google Shape;1730;g24ed99bf1a4_0_481:notes">
            <a:extLst>
              <a:ext uri="{FF2B5EF4-FFF2-40B4-BE49-F238E27FC236}">
                <a16:creationId xmlns:a16="http://schemas.microsoft.com/office/drawing/2014/main" id="{69E47F5F-5A56-9015-91FC-B0E42F22EB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7298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8">
          <a:extLst>
            <a:ext uri="{FF2B5EF4-FFF2-40B4-BE49-F238E27FC236}">
              <a16:creationId xmlns:a16="http://schemas.microsoft.com/office/drawing/2014/main" id="{BC0C0D61-7F84-6C73-360D-2C340F801C34}"/>
            </a:ext>
          </a:extLst>
        </p:cNvPr>
        <p:cNvGrpSpPr/>
        <p:nvPr/>
      </p:nvGrpSpPr>
      <p:grpSpPr>
        <a:xfrm>
          <a:off x="0" y="0"/>
          <a:ext cx="0" cy="0"/>
          <a:chOff x="0" y="0"/>
          <a:chExt cx="0" cy="0"/>
        </a:xfrm>
      </p:grpSpPr>
      <p:sp>
        <p:nvSpPr>
          <p:cNvPr id="1729" name="Google Shape;1729;g24ed99bf1a4_0_481:notes">
            <a:extLst>
              <a:ext uri="{FF2B5EF4-FFF2-40B4-BE49-F238E27FC236}">
                <a16:creationId xmlns:a16="http://schemas.microsoft.com/office/drawing/2014/main" id="{08E56210-562A-2B4C-C019-652A9DF07E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0" name="Google Shape;1730;g24ed99bf1a4_0_481:notes">
            <a:extLst>
              <a:ext uri="{FF2B5EF4-FFF2-40B4-BE49-F238E27FC236}">
                <a16:creationId xmlns:a16="http://schemas.microsoft.com/office/drawing/2014/main" id="{00F735E5-C274-225A-480B-0F1D6F1F0D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59316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1"/>
        <p:cNvGrpSpPr/>
        <p:nvPr/>
      </p:nvGrpSpPr>
      <p:grpSpPr>
        <a:xfrm>
          <a:off x="0" y="0"/>
          <a:ext cx="0" cy="0"/>
          <a:chOff x="0" y="0"/>
          <a:chExt cx="0" cy="0"/>
        </a:xfrm>
      </p:grpSpPr>
      <p:sp>
        <p:nvSpPr>
          <p:cNvPr id="1742" name="Google Shape;1742;g24ed99bf1a4_0_5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3" name="Google Shape;1743;g24ed99bf1a4_0_5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5"/>
        <p:cNvGrpSpPr/>
        <p:nvPr/>
      </p:nvGrpSpPr>
      <p:grpSpPr>
        <a:xfrm>
          <a:off x="0" y="0"/>
          <a:ext cx="0" cy="0"/>
          <a:chOff x="0" y="0"/>
          <a:chExt cx="0" cy="0"/>
        </a:xfrm>
      </p:grpSpPr>
      <p:sp>
        <p:nvSpPr>
          <p:cNvPr id="1946" name="Google Shape;1946;g24ed99bf1a4_0_14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7" name="Google Shape;1947;g24ed99bf1a4_0_14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5">
          <a:extLst>
            <a:ext uri="{FF2B5EF4-FFF2-40B4-BE49-F238E27FC236}">
              <a16:creationId xmlns:a16="http://schemas.microsoft.com/office/drawing/2014/main" id="{4101E3F7-99B0-9FBE-E168-65EF608234D7}"/>
            </a:ext>
          </a:extLst>
        </p:cNvPr>
        <p:cNvGrpSpPr/>
        <p:nvPr/>
      </p:nvGrpSpPr>
      <p:grpSpPr>
        <a:xfrm>
          <a:off x="0" y="0"/>
          <a:ext cx="0" cy="0"/>
          <a:chOff x="0" y="0"/>
          <a:chExt cx="0" cy="0"/>
        </a:xfrm>
      </p:grpSpPr>
      <p:sp>
        <p:nvSpPr>
          <p:cNvPr id="1946" name="Google Shape;1946;g24ed99bf1a4_0_1458:notes">
            <a:extLst>
              <a:ext uri="{FF2B5EF4-FFF2-40B4-BE49-F238E27FC236}">
                <a16:creationId xmlns:a16="http://schemas.microsoft.com/office/drawing/2014/main" id="{6F24ABB1-D844-25C1-A32F-E2D2DAD73E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7" name="Google Shape;1947;g24ed99bf1a4_0_1458:notes">
            <a:extLst>
              <a:ext uri="{FF2B5EF4-FFF2-40B4-BE49-F238E27FC236}">
                <a16:creationId xmlns:a16="http://schemas.microsoft.com/office/drawing/2014/main" id="{961A6E62-34C8-1859-CA6A-7F1A2FC970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1997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2"/>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 name="Google Shape;54;p2"/>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5" name="Google Shape;55;p2"/>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4"/>
        <p:cNvGrpSpPr/>
        <p:nvPr/>
      </p:nvGrpSpPr>
      <p:grpSpPr>
        <a:xfrm>
          <a:off x="0" y="0"/>
          <a:ext cx="0" cy="0"/>
          <a:chOff x="0" y="0"/>
          <a:chExt cx="0" cy="0"/>
        </a:xfrm>
      </p:grpSpPr>
      <p:sp>
        <p:nvSpPr>
          <p:cNvPr id="365" name="Google Shape;365;p8"/>
          <p:cNvSpPr txBox="1">
            <a:spLocks noGrp="1"/>
          </p:cNvSpPr>
          <p:nvPr>
            <p:ph type="title"/>
          </p:nvPr>
        </p:nvSpPr>
        <p:spPr>
          <a:xfrm>
            <a:off x="713225" y="2122600"/>
            <a:ext cx="7297500" cy="9102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366" name="Google Shape;366;p8"/>
          <p:cNvGrpSpPr/>
          <p:nvPr/>
        </p:nvGrpSpPr>
        <p:grpSpPr>
          <a:xfrm>
            <a:off x="6475811" y="-1541623"/>
            <a:ext cx="2583360" cy="2409685"/>
            <a:chOff x="6475811" y="-1541623"/>
            <a:chExt cx="2583360" cy="2409685"/>
          </a:xfrm>
        </p:grpSpPr>
        <p:grpSp>
          <p:nvGrpSpPr>
            <p:cNvPr id="367" name="Google Shape;367;p8"/>
            <p:cNvGrpSpPr/>
            <p:nvPr/>
          </p:nvGrpSpPr>
          <p:grpSpPr>
            <a:xfrm rot="-5400000">
              <a:off x="5879041" y="-944853"/>
              <a:ext cx="2133442" cy="939904"/>
              <a:chOff x="-149984" y="3754784"/>
              <a:chExt cx="2133442" cy="939904"/>
            </a:xfrm>
          </p:grpSpPr>
          <p:sp>
            <p:nvSpPr>
              <p:cNvPr id="368" name="Google Shape;368;p8"/>
              <p:cNvSpPr/>
              <p:nvPr/>
            </p:nvSpPr>
            <p:spPr>
              <a:xfrm rot="5400000">
                <a:off x="707379" y="3056155"/>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8"/>
              <p:cNvSpPr/>
              <p:nvPr/>
            </p:nvSpPr>
            <p:spPr>
              <a:xfrm rot="5400000">
                <a:off x="391825" y="3465468"/>
                <a:ext cx="687411" cy="1771028"/>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0" name="Google Shape;370;p8"/>
            <p:cNvSpPr/>
            <p:nvPr/>
          </p:nvSpPr>
          <p:spPr>
            <a:xfrm rot="5400000">
              <a:off x="7783092" y="-77047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8"/>
            <p:cNvSpPr/>
            <p:nvPr/>
          </p:nvSpPr>
          <p:spPr>
            <a:xfrm rot="5400000">
              <a:off x="7617537" y="-361157"/>
              <a:ext cx="687411" cy="1771028"/>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2" name="Google Shape;372;p8"/>
            <p:cNvGrpSpPr/>
            <p:nvPr/>
          </p:nvGrpSpPr>
          <p:grpSpPr>
            <a:xfrm>
              <a:off x="7741638" y="-258450"/>
              <a:ext cx="439200" cy="439100"/>
              <a:chOff x="1101075" y="2142375"/>
              <a:chExt cx="439200" cy="439100"/>
            </a:xfrm>
          </p:grpSpPr>
          <p:sp>
            <p:nvSpPr>
              <p:cNvPr id="373" name="Google Shape;373;p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94"/>
        <p:cNvGrpSpPr/>
        <p:nvPr/>
      </p:nvGrpSpPr>
      <p:grpSpPr>
        <a:xfrm>
          <a:off x="0" y="0"/>
          <a:ext cx="0" cy="0"/>
          <a:chOff x="0" y="0"/>
          <a:chExt cx="0" cy="0"/>
        </a:xfrm>
      </p:grpSpPr>
      <p:sp>
        <p:nvSpPr>
          <p:cNvPr id="495" name="Google Shape;49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96" name="Google Shape;496;p13"/>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7" name="Google Shape;497;p13"/>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8" name="Google Shape;498;p13"/>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13"/>
          <p:cNvSpPr txBox="1">
            <a:spLocks noGrp="1"/>
          </p:cNvSpPr>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13"/>
          <p:cNvSpPr txBox="1">
            <a:spLocks noGrp="1"/>
          </p:cNvSpPr>
          <p:nvPr>
            <p:ph type="title" idx="5" hasCustomPrompt="1"/>
          </p:nvPr>
        </p:nvSpPr>
        <p:spPr>
          <a:xfrm>
            <a:off x="720003"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a:spLocks noGrp="1"/>
          </p:cNvSpPr>
          <p:nvPr>
            <p:ph type="title" idx="6" hasCustomPrompt="1"/>
          </p:nvPr>
        </p:nvSpPr>
        <p:spPr>
          <a:xfrm>
            <a:off x="720003"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a:spLocks noGrp="1"/>
          </p:cNvSpPr>
          <p:nvPr>
            <p:ph type="title" idx="7" hasCustomPrompt="1"/>
          </p:nvPr>
        </p:nvSpPr>
        <p:spPr>
          <a:xfrm>
            <a:off x="4366698"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a:spLocks noGrp="1"/>
          </p:cNvSpPr>
          <p:nvPr>
            <p:ph type="title" idx="8" hasCustomPrompt="1"/>
          </p:nvPr>
        </p:nvSpPr>
        <p:spPr>
          <a:xfrm>
            <a:off x="4366698"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5" name="Google Shape;505;p13"/>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6" name="Google Shape;506;p13"/>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507" name="Google Shape;507;p13"/>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rot="-2700000" flipH="1">
              <a:off x="7289785" y="-1246897"/>
              <a:ext cx="2552124" cy="3347490"/>
              <a:chOff x="2976325" y="908175"/>
              <a:chExt cx="4028179" cy="5283555"/>
            </a:xfrm>
          </p:grpSpPr>
          <p:sp>
            <p:nvSpPr>
              <p:cNvPr id="535" name="Google Shape;535;p1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8" name="Google Shape;538;p13"/>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2" name="Google Shape;542;p13"/>
            <p:cNvCxnSpPr/>
            <p:nvPr/>
          </p:nvCxnSpPr>
          <p:spPr>
            <a:xfrm rot="10800000">
              <a:off x="783712" y="-601348"/>
              <a:ext cx="0" cy="1795200"/>
            </a:xfrm>
            <a:prstGeom prst="straightConnector1">
              <a:avLst/>
            </a:prstGeom>
            <a:noFill/>
            <a:ln w="9525" cap="flat" cmpd="sng">
              <a:solidFill>
                <a:schemeClr val="dk2"/>
              </a:solidFill>
              <a:prstDash val="solid"/>
              <a:round/>
              <a:headEnd type="none" w="med" len="med"/>
              <a:tailEnd type="none" w="med" len="med"/>
            </a:ln>
          </p:spPr>
        </p:cxnSp>
        <p:sp>
          <p:nvSpPr>
            <p:cNvPr id="543" name="Google Shape;543;p13"/>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615"/>
        <p:cNvGrpSpPr/>
        <p:nvPr/>
      </p:nvGrpSpPr>
      <p:grpSpPr>
        <a:xfrm>
          <a:off x="0" y="0"/>
          <a:ext cx="0" cy="0"/>
          <a:chOff x="0" y="0"/>
          <a:chExt cx="0" cy="0"/>
        </a:xfrm>
      </p:grpSpPr>
      <p:sp>
        <p:nvSpPr>
          <p:cNvPr id="616" name="Google Shape;616;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617" name="Google Shape;617;p16"/>
          <p:cNvGrpSpPr/>
          <p:nvPr/>
        </p:nvGrpSpPr>
        <p:grpSpPr>
          <a:xfrm>
            <a:off x="7810267" y="-622132"/>
            <a:ext cx="2587792" cy="2725916"/>
            <a:chOff x="7810267" y="-622132"/>
            <a:chExt cx="2587792" cy="2725916"/>
          </a:xfrm>
        </p:grpSpPr>
        <p:grpSp>
          <p:nvGrpSpPr>
            <p:cNvPr id="618" name="Google Shape;618;p16"/>
            <p:cNvGrpSpPr/>
            <p:nvPr/>
          </p:nvGrpSpPr>
          <p:grpSpPr>
            <a:xfrm>
              <a:off x="8520988" y="-90875"/>
              <a:ext cx="904666" cy="726121"/>
              <a:chOff x="7945225" y="4302000"/>
              <a:chExt cx="904666" cy="726121"/>
            </a:xfrm>
          </p:grpSpPr>
          <p:sp>
            <p:nvSpPr>
              <p:cNvPr id="619" name="Google Shape;619;p16"/>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6"/>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6"/>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2" name="Google Shape;622;p16"/>
            <p:cNvGrpSpPr/>
            <p:nvPr/>
          </p:nvGrpSpPr>
          <p:grpSpPr>
            <a:xfrm>
              <a:off x="8869019" y="-622132"/>
              <a:ext cx="325154" cy="1788670"/>
              <a:chOff x="8869019" y="-622132"/>
              <a:chExt cx="325154" cy="1788670"/>
            </a:xfrm>
          </p:grpSpPr>
          <p:sp>
            <p:nvSpPr>
              <p:cNvPr id="623" name="Google Shape;623;p16"/>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chemeClr val="dk2">
                      <a:alpha val="31360"/>
                    </a:schemeClr>
                  </a:gs>
                  <a:gs pos="100000">
                    <a:srgbClr val="FFFFFF">
                      <a:alpha val="0"/>
                      <a:alpha val="3136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4" name="Google Shape;624;p16"/>
              <p:cNvGrpSpPr/>
              <p:nvPr/>
            </p:nvGrpSpPr>
            <p:grpSpPr>
              <a:xfrm rot="1800062">
                <a:off x="9035610" y="1007995"/>
                <a:ext cx="134040" cy="134009"/>
                <a:chOff x="1101075" y="2142375"/>
                <a:chExt cx="439200" cy="439100"/>
              </a:xfrm>
            </p:grpSpPr>
            <p:sp>
              <p:nvSpPr>
                <p:cNvPr id="625" name="Google Shape;625;p1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27" name="Google Shape;627;p16"/>
            <p:cNvSpPr/>
            <p:nvPr/>
          </p:nvSpPr>
          <p:spPr>
            <a:xfrm rot="2700000">
              <a:off x="8482428" y="-422541"/>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16"/>
            <p:cNvSpPr/>
            <p:nvPr/>
          </p:nvSpPr>
          <p:spPr>
            <a:xfrm rot="2700000">
              <a:off x="8744103" y="-213191"/>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 name="Google Shape;629;p16"/>
          <p:cNvGrpSpPr/>
          <p:nvPr/>
        </p:nvGrpSpPr>
        <p:grpSpPr>
          <a:xfrm>
            <a:off x="8332551" y="-7"/>
            <a:ext cx="2386151" cy="3293873"/>
            <a:chOff x="8256351" y="-7"/>
            <a:chExt cx="2386151" cy="3293873"/>
          </a:xfrm>
        </p:grpSpPr>
        <p:pic>
          <p:nvPicPr>
            <p:cNvPr id="630" name="Google Shape;630;p16"/>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631" name="Google Shape;631;p16"/>
            <p:cNvGrpSpPr/>
            <p:nvPr/>
          </p:nvGrpSpPr>
          <p:grpSpPr>
            <a:xfrm rot="10800000">
              <a:off x="8452444" y="-7"/>
              <a:ext cx="325154" cy="1788670"/>
              <a:chOff x="8869019" y="-622132"/>
              <a:chExt cx="325154" cy="1788670"/>
            </a:xfrm>
          </p:grpSpPr>
          <p:sp>
            <p:nvSpPr>
              <p:cNvPr id="632" name="Google Shape;632;p16"/>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chemeClr val="lt2">
                      <a:alpha val="31360"/>
                    </a:schemeClr>
                  </a:gs>
                  <a:gs pos="40000">
                    <a:srgbClr val="FF9900">
                      <a:alpha val="40784"/>
                      <a:alpha val="31360"/>
                    </a:srgbClr>
                  </a:gs>
                  <a:gs pos="100000">
                    <a:srgbClr val="FFFFFF">
                      <a:alpha val="0"/>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3" name="Google Shape;633;p16"/>
              <p:cNvGrpSpPr/>
              <p:nvPr/>
            </p:nvGrpSpPr>
            <p:grpSpPr>
              <a:xfrm rot="1800062">
                <a:off x="9035610" y="1007995"/>
                <a:ext cx="134040" cy="134009"/>
                <a:chOff x="1101075" y="2142375"/>
                <a:chExt cx="439200" cy="439100"/>
              </a:xfrm>
            </p:grpSpPr>
            <p:sp>
              <p:nvSpPr>
                <p:cNvPr id="634" name="Google Shape;634;p1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636" name="Google Shape;636;p16"/>
          <p:cNvGrpSpPr/>
          <p:nvPr/>
        </p:nvGrpSpPr>
        <p:grpSpPr>
          <a:xfrm>
            <a:off x="-213525" y="171225"/>
            <a:ext cx="439200" cy="439100"/>
            <a:chOff x="1101075" y="2142375"/>
            <a:chExt cx="439200" cy="439100"/>
          </a:xfrm>
        </p:grpSpPr>
        <p:sp>
          <p:nvSpPr>
            <p:cNvPr id="637" name="Google Shape;637;p1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 name="Google Shape;639;p16"/>
          <p:cNvGrpSpPr/>
          <p:nvPr/>
        </p:nvGrpSpPr>
        <p:grpSpPr>
          <a:xfrm>
            <a:off x="-1262974" y="3161328"/>
            <a:ext cx="4822591" cy="2934500"/>
            <a:chOff x="-1186774" y="3161328"/>
            <a:chExt cx="4822591" cy="2934500"/>
          </a:xfrm>
        </p:grpSpPr>
        <p:pic>
          <p:nvPicPr>
            <p:cNvPr id="640" name="Google Shape;640;p16"/>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641" name="Google Shape;641;p16"/>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2" name="Google Shape;642;p16"/>
            <p:cNvGrpSpPr/>
            <p:nvPr/>
          </p:nvGrpSpPr>
          <p:grpSpPr>
            <a:xfrm>
              <a:off x="58899" y="4608583"/>
              <a:ext cx="604346" cy="657081"/>
              <a:chOff x="58899" y="4608583"/>
              <a:chExt cx="604346" cy="657081"/>
            </a:xfrm>
          </p:grpSpPr>
          <p:grpSp>
            <p:nvGrpSpPr>
              <p:cNvPr id="643" name="Google Shape;643;p16"/>
              <p:cNvGrpSpPr/>
              <p:nvPr/>
            </p:nvGrpSpPr>
            <p:grpSpPr>
              <a:xfrm rot="10800000">
                <a:off x="58899" y="4608583"/>
                <a:ext cx="328346" cy="328531"/>
                <a:chOff x="3678700" y="407275"/>
                <a:chExt cx="708100" cy="708500"/>
              </a:xfrm>
            </p:grpSpPr>
            <p:sp>
              <p:nvSpPr>
                <p:cNvPr id="644" name="Google Shape;644;p1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1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1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1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1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1" name="Google Shape;651;p16"/>
              <p:cNvGrpSpPr/>
              <p:nvPr/>
            </p:nvGrpSpPr>
            <p:grpSpPr>
              <a:xfrm rot="10800000">
                <a:off x="334899" y="4608583"/>
                <a:ext cx="328346" cy="328531"/>
                <a:chOff x="3678700" y="407275"/>
                <a:chExt cx="708100" cy="708500"/>
              </a:xfrm>
            </p:grpSpPr>
            <p:sp>
              <p:nvSpPr>
                <p:cNvPr id="652" name="Google Shape;652;p1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1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9" name="Google Shape;659;p16"/>
              <p:cNvGrpSpPr/>
              <p:nvPr/>
            </p:nvGrpSpPr>
            <p:grpSpPr>
              <a:xfrm rot="10800000">
                <a:off x="282574" y="4937133"/>
                <a:ext cx="328346" cy="328531"/>
                <a:chOff x="3678700" y="407275"/>
                <a:chExt cx="708100" cy="708500"/>
              </a:xfrm>
            </p:grpSpPr>
            <p:sp>
              <p:nvSpPr>
                <p:cNvPr id="660" name="Google Shape;660;p1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67" name="Google Shape;667;p16"/>
            <p:cNvGrpSpPr/>
            <p:nvPr/>
          </p:nvGrpSpPr>
          <p:grpSpPr>
            <a:xfrm>
              <a:off x="-923150" y="4796551"/>
              <a:ext cx="4558967" cy="134100"/>
              <a:chOff x="796100" y="3019701"/>
              <a:chExt cx="4558967" cy="134100"/>
            </a:xfrm>
          </p:grpSpPr>
          <p:sp>
            <p:nvSpPr>
              <p:cNvPr id="668" name="Google Shape;668;p16"/>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9" name="Google Shape;669;p16"/>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670" name="Google Shape;670;p16"/>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759"/>
        <p:cNvGrpSpPr/>
        <p:nvPr/>
      </p:nvGrpSpPr>
      <p:grpSpPr>
        <a:xfrm>
          <a:off x="0" y="0"/>
          <a:ext cx="0" cy="0"/>
          <a:chOff x="0" y="0"/>
          <a:chExt cx="0" cy="0"/>
        </a:xfrm>
      </p:grpSpPr>
      <p:sp>
        <p:nvSpPr>
          <p:cNvPr id="760" name="Google Shape;760;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61" name="Google Shape;761;p19"/>
          <p:cNvSpPr txBox="1">
            <a:spLocks noGrp="1"/>
          </p:cNvSpPr>
          <p:nvPr>
            <p:ph type="subTitle" idx="1"/>
          </p:nvPr>
        </p:nvSpPr>
        <p:spPr>
          <a:xfrm>
            <a:off x="4881006"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2" name="Google Shape;762;p19"/>
          <p:cNvSpPr txBox="1">
            <a:spLocks noGrp="1"/>
          </p:cNvSpPr>
          <p:nvPr>
            <p:ph type="subTitle" idx="2"/>
          </p:nvPr>
        </p:nvSpPr>
        <p:spPr>
          <a:xfrm>
            <a:off x="720000"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9"/>
            <p:cNvSpPr/>
            <p:nvPr/>
          </p:nvSpPr>
          <p:spPr>
            <a:xfrm>
              <a:off x="7842318" y="13857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9"/>
            <p:cNvSpPr/>
            <p:nvPr/>
          </p:nvSpPr>
          <p:spPr>
            <a:xfrm>
              <a:off x="7734200" y="2571774"/>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9"/>
            <p:cNvSpPr/>
            <p:nvPr/>
          </p:nvSpPr>
          <p:spPr>
            <a:xfrm>
              <a:off x="7758564" y="15500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9"/>
              <p:cNvSpPr/>
              <p:nvPr/>
            </p:nvSpPr>
            <p:spPr>
              <a:xfrm>
                <a:off x="4619858" y="-114577"/>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9"/>
              <p:cNvSpPr/>
              <p:nvPr/>
            </p:nvSpPr>
            <p:spPr>
              <a:xfrm>
                <a:off x="5052808" y="-154439"/>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76" name="Google Shape;776;p19"/>
            <p:cNvPicPr preferRelativeResize="0"/>
            <p:nvPr/>
          </p:nvPicPr>
          <p:blipFill rotWithShape="1">
            <a:blip r:embed="rId2">
              <a:alphaModFix/>
            </a:blip>
            <a:srcRect l="16960" t="24718" r="7121" b="26177"/>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9"/>
            <p:cNvSpPr/>
            <p:nvPr/>
          </p:nvSpPr>
          <p:spPr>
            <a:xfrm rot="-5400000">
              <a:off x="5282230" y="-899603"/>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164"/>
        <p:cNvGrpSpPr/>
        <p:nvPr/>
      </p:nvGrpSpPr>
      <p:grpSpPr>
        <a:xfrm>
          <a:off x="0" y="0"/>
          <a:ext cx="0" cy="0"/>
          <a:chOff x="0" y="0"/>
          <a:chExt cx="0" cy="0"/>
        </a:xfrm>
      </p:grpSpPr>
      <p:sp>
        <p:nvSpPr>
          <p:cNvPr id="1165" name="Google Shape;1165;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66" name="Google Shape;1166;p26"/>
          <p:cNvSpPr txBox="1">
            <a:spLocks noGrp="1"/>
          </p:cNvSpPr>
          <p:nvPr>
            <p:ph type="subTitle" idx="1"/>
          </p:nvPr>
        </p:nvSpPr>
        <p:spPr>
          <a:xfrm>
            <a:off x="1804750"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7" name="Google Shape;1167;p26"/>
          <p:cNvSpPr txBox="1">
            <a:spLocks noGrp="1"/>
          </p:cNvSpPr>
          <p:nvPr>
            <p:ph type="subTitle" idx="2"/>
          </p:nvPr>
        </p:nvSpPr>
        <p:spPr>
          <a:xfrm>
            <a:off x="5237152"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8" name="Google Shape;1168;p26"/>
          <p:cNvSpPr txBox="1">
            <a:spLocks noGrp="1"/>
          </p:cNvSpPr>
          <p:nvPr>
            <p:ph type="subTitle" idx="3"/>
          </p:nvPr>
        </p:nvSpPr>
        <p:spPr>
          <a:xfrm>
            <a:off x="1804750"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9" name="Google Shape;1169;p26"/>
          <p:cNvSpPr txBox="1">
            <a:spLocks noGrp="1"/>
          </p:cNvSpPr>
          <p:nvPr>
            <p:ph type="subTitle" idx="4"/>
          </p:nvPr>
        </p:nvSpPr>
        <p:spPr>
          <a:xfrm>
            <a:off x="5237152"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0" name="Google Shape;1170;p26"/>
          <p:cNvSpPr txBox="1">
            <a:spLocks noGrp="1"/>
          </p:cNvSpPr>
          <p:nvPr>
            <p:ph type="subTitle" idx="5"/>
          </p:nvPr>
        </p:nvSpPr>
        <p:spPr>
          <a:xfrm>
            <a:off x="18047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1" name="Google Shape;1171;p26"/>
          <p:cNvSpPr txBox="1">
            <a:spLocks noGrp="1"/>
          </p:cNvSpPr>
          <p:nvPr>
            <p:ph type="subTitle" idx="6"/>
          </p:nvPr>
        </p:nvSpPr>
        <p:spPr>
          <a:xfrm>
            <a:off x="52371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2" name="Google Shape;1172;p26"/>
          <p:cNvSpPr txBox="1">
            <a:spLocks noGrp="1"/>
          </p:cNvSpPr>
          <p:nvPr>
            <p:ph type="subTitle" idx="7"/>
          </p:nvPr>
        </p:nvSpPr>
        <p:spPr>
          <a:xfrm>
            <a:off x="18047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3" name="Google Shape;1173;p26"/>
          <p:cNvSpPr txBox="1">
            <a:spLocks noGrp="1"/>
          </p:cNvSpPr>
          <p:nvPr>
            <p:ph type="subTitle" idx="8"/>
          </p:nvPr>
        </p:nvSpPr>
        <p:spPr>
          <a:xfrm>
            <a:off x="52371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174" name="Google Shape;1174;p26"/>
          <p:cNvGrpSpPr/>
          <p:nvPr/>
        </p:nvGrpSpPr>
        <p:grpSpPr>
          <a:xfrm>
            <a:off x="-2902027" y="1271890"/>
            <a:ext cx="6191222" cy="6191222"/>
            <a:chOff x="-2825827" y="1271890"/>
            <a:chExt cx="6191222" cy="6191222"/>
          </a:xfrm>
        </p:grpSpPr>
        <p:pic>
          <p:nvPicPr>
            <p:cNvPr id="1175" name="Google Shape;1175;p26"/>
            <p:cNvPicPr preferRelativeResize="0"/>
            <p:nvPr/>
          </p:nvPicPr>
          <p:blipFill rotWithShape="1">
            <a:blip r:embed="rId2">
              <a:alphaModFix/>
            </a:blip>
            <a:srcRect l="16960" t="24718" r="7121" b="26177"/>
            <a:stretch/>
          </p:blipFill>
          <p:spPr>
            <a:xfrm>
              <a:off x="-680950" y="3866725"/>
              <a:ext cx="2441950" cy="1863749"/>
            </a:xfrm>
            <a:prstGeom prst="rect">
              <a:avLst/>
            </a:prstGeom>
            <a:noFill/>
            <a:ln>
              <a:noFill/>
            </a:ln>
          </p:spPr>
        </p:pic>
        <p:grpSp>
          <p:nvGrpSpPr>
            <p:cNvPr id="1176" name="Google Shape;1176;p26"/>
            <p:cNvGrpSpPr/>
            <p:nvPr/>
          </p:nvGrpSpPr>
          <p:grpSpPr>
            <a:xfrm>
              <a:off x="-2825827" y="1271890"/>
              <a:ext cx="6191222" cy="6191222"/>
              <a:chOff x="-2825827" y="1271890"/>
              <a:chExt cx="6191222" cy="6191222"/>
            </a:xfrm>
          </p:grpSpPr>
          <p:sp>
            <p:nvSpPr>
              <p:cNvPr id="1177" name="Google Shape;1177;p26"/>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6"/>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9" name="Google Shape;1179;p26"/>
              <p:cNvGrpSpPr/>
              <p:nvPr/>
            </p:nvGrpSpPr>
            <p:grpSpPr>
              <a:xfrm rot="10800000">
                <a:off x="384881" y="3042905"/>
                <a:ext cx="134100" cy="134100"/>
                <a:chOff x="-1999139" y="3143772"/>
                <a:chExt cx="134100" cy="134100"/>
              </a:xfrm>
            </p:grpSpPr>
            <p:sp>
              <p:nvSpPr>
                <p:cNvPr id="1180" name="Google Shape;1180;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2" name="Google Shape;1182;p26"/>
              <p:cNvGrpSpPr/>
              <p:nvPr/>
            </p:nvGrpSpPr>
            <p:grpSpPr>
              <a:xfrm rot="10800000">
                <a:off x="146106" y="3710980"/>
                <a:ext cx="134100" cy="134100"/>
                <a:chOff x="-1999139" y="3143772"/>
                <a:chExt cx="134100" cy="134100"/>
              </a:xfrm>
            </p:grpSpPr>
            <p:sp>
              <p:nvSpPr>
                <p:cNvPr id="1183" name="Google Shape;1183;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5" name="Google Shape;1185;p26"/>
              <p:cNvGrpSpPr/>
              <p:nvPr/>
            </p:nvGrpSpPr>
            <p:grpSpPr>
              <a:xfrm>
                <a:off x="-102297" y="3780153"/>
                <a:ext cx="939901" cy="2449421"/>
                <a:chOff x="-102297" y="3780153"/>
                <a:chExt cx="939901" cy="2449421"/>
              </a:xfrm>
            </p:grpSpPr>
            <p:sp>
              <p:nvSpPr>
                <p:cNvPr id="1186" name="Google Shape;1186;p26"/>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6"/>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8" name="Google Shape;1188;p26"/>
                <p:cNvGrpSpPr/>
                <p:nvPr/>
              </p:nvGrpSpPr>
              <p:grpSpPr>
                <a:xfrm rot="10800000">
                  <a:off x="532825" y="5492502"/>
                  <a:ext cx="134004" cy="134004"/>
                  <a:chOff x="8356813" y="1074288"/>
                  <a:chExt cx="351900" cy="351900"/>
                </a:xfrm>
              </p:grpSpPr>
              <p:sp>
                <p:nvSpPr>
                  <p:cNvPr id="1189" name="Google Shape;1189;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1191" name="Google Shape;1191;p26"/>
          <p:cNvGrpSpPr/>
          <p:nvPr/>
        </p:nvGrpSpPr>
        <p:grpSpPr>
          <a:xfrm>
            <a:off x="5650173" y="-1036475"/>
            <a:ext cx="6191222" cy="6865137"/>
            <a:chOff x="5497773" y="-1036475"/>
            <a:chExt cx="6191222" cy="6865137"/>
          </a:xfrm>
        </p:grpSpPr>
        <p:grpSp>
          <p:nvGrpSpPr>
            <p:cNvPr id="1192" name="Google Shape;1192;p26"/>
            <p:cNvGrpSpPr/>
            <p:nvPr/>
          </p:nvGrpSpPr>
          <p:grpSpPr>
            <a:xfrm>
              <a:off x="5497773" y="-362560"/>
              <a:ext cx="6191222" cy="6191222"/>
              <a:chOff x="5584373" y="-362560"/>
              <a:chExt cx="6191222" cy="6191222"/>
            </a:xfrm>
          </p:grpSpPr>
          <p:grpSp>
            <p:nvGrpSpPr>
              <p:cNvPr id="1193" name="Google Shape;1193;p26"/>
              <p:cNvGrpSpPr/>
              <p:nvPr/>
            </p:nvGrpSpPr>
            <p:grpSpPr>
              <a:xfrm>
                <a:off x="5584373" y="-362560"/>
                <a:ext cx="6191222" cy="6191222"/>
                <a:chOff x="5443673" y="-405860"/>
                <a:chExt cx="6191222" cy="6191222"/>
              </a:xfrm>
            </p:grpSpPr>
            <p:sp>
              <p:nvSpPr>
                <p:cNvPr id="1194" name="Google Shape;1194;p26"/>
                <p:cNvSpPr/>
                <p:nvPr/>
              </p:nvSpPr>
              <p:spPr>
                <a:xfrm rot="-8100000" flipH="1">
                  <a:off x="6536116" y="31506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6"/>
                <p:cNvSpPr/>
                <p:nvPr/>
              </p:nvSpPr>
              <p:spPr>
                <a:xfrm rot="-8100000" flipH="1">
                  <a:off x="7076657" y="1499343"/>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6"/>
                <p:cNvSpPr/>
                <p:nvPr/>
              </p:nvSpPr>
              <p:spPr>
                <a:xfrm>
                  <a:off x="8301511" y="-3353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6"/>
                <p:cNvSpPr/>
                <p:nvPr/>
              </p:nvSpPr>
              <p:spPr>
                <a:xfrm>
                  <a:off x="8554000" y="270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8" name="Google Shape;1198;p26"/>
              <p:cNvGrpSpPr/>
              <p:nvPr/>
            </p:nvGrpSpPr>
            <p:grpSpPr>
              <a:xfrm>
                <a:off x="8430786" y="3923547"/>
                <a:ext cx="134100" cy="134100"/>
                <a:chOff x="-1999139" y="3143772"/>
                <a:chExt cx="134100" cy="134100"/>
              </a:xfrm>
            </p:grpSpPr>
            <p:sp>
              <p:nvSpPr>
                <p:cNvPr id="1199" name="Google Shape;1199;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1" name="Google Shape;1201;p26"/>
              <p:cNvGrpSpPr/>
              <p:nvPr/>
            </p:nvGrpSpPr>
            <p:grpSpPr>
              <a:xfrm>
                <a:off x="8669561" y="3255472"/>
                <a:ext cx="134100" cy="134100"/>
                <a:chOff x="-1999139" y="3143772"/>
                <a:chExt cx="134100" cy="134100"/>
              </a:xfrm>
            </p:grpSpPr>
            <p:sp>
              <p:nvSpPr>
                <p:cNvPr id="1202" name="Google Shape;1202;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4" name="Google Shape;1204;p26"/>
              <p:cNvGrpSpPr/>
              <p:nvPr/>
            </p:nvGrpSpPr>
            <p:grpSpPr>
              <a:xfrm>
                <a:off x="8612986" y="311022"/>
                <a:ext cx="134004" cy="134004"/>
                <a:chOff x="8356813" y="1074288"/>
                <a:chExt cx="351900" cy="351900"/>
              </a:xfrm>
            </p:grpSpPr>
            <p:sp>
              <p:nvSpPr>
                <p:cNvPr id="1205" name="Google Shape;1205;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207" name="Google Shape;1207;p26"/>
            <p:cNvPicPr preferRelativeResize="0"/>
            <p:nvPr/>
          </p:nvPicPr>
          <p:blipFill rotWithShape="1">
            <a:blip r:embed="rId2">
              <a:alphaModFix/>
            </a:blip>
            <a:srcRect l="16960" t="24718" r="7121" b="26177"/>
            <a:stretch/>
          </p:blipFill>
          <p:spPr>
            <a:xfrm>
              <a:off x="6929350" y="-1036475"/>
              <a:ext cx="2441950" cy="1863749"/>
            </a:xfrm>
            <a:prstGeom prst="rect">
              <a:avLst/>
            </a:prstGeom>
            <a:noFill/>
            <a:ln>
              <a:noFill/>
            </a:ln>
          </p:spPr>
        </p:pic>
      </p:grpSp>
      <p:grpSp>
        <p:nvGrpSpPr>
          <p:cNvPr id="1208" name="Google Shape;1208;p26"/>
          <p:cNvGrpSpPr/>
          <p:nvPr/>
        </p:nvGrpSpPr>
        <p:grpSpPr>
          <a:xfrm>
            <a:off x="3983988" y="4933175"/>
            <a:ext cx="667916" cy="439200"/>
            <a:chOff x="3983988" y="4933175"/>
            <a:chExt cx="667916" cy="439200"/>
          </a:xfrm>
        </p:grpSpPr>
        <p:grpSp>
          <p:nvGrpSpPr>
            <p:cNvPr id="1209" name="Google Shape;1209;p26"/>
            <p:cNvGrpSpPr/>
            <p:nvPr/>
          </p:nvGrpSpPr>
          <p:grpSpPr>
            <a:xfrm rot="5400000">
              <a:off x="3983938" y="4933225"/>
              <a:ext cx="439200" cy="439100"/>
              <a:chOff x="1101075" y="2142375"/>
              <a:chExt cx="439200" cy="439100"/>
            </a:xfrm>
          </p:grpSpPr>
          <p:sp>
            <p:nvSpPr>
              <p:cNvPr id="1210" name="Google Shape;1210;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2" name="Google Shape;1212;p26"/>
            <p:cNvGrpSpPr/>
            <p:nvPr/>
          </p:nvGrpSpPr>
          <p:grpSpPr>
            <a:xfrm rot="5400000">
              <a:off x="4423062" y="5038369"/>
              <a:ext cx="228867" cy="228815"/>
              <a:chOff x="1101075" y="2142375"/>
              <a:chExt cx="439200" cy="439100"/>
            </a:xfrm>
          </p:grpSpPr>
          <p:sp>
            <p:nvSpPr>
              <p:cNvPr id="1213" name="Google Shape;1213;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8"/>
        <p:cNvGrpSpPr/>
        <p:nvPr/>
      </p:nvGrpSpPr>
      <p:grpSpPr>
        <a:xfrm>
          <a:off x="0" y="0"/>
          <a:ext cx="0" cy="0"/>
          <a:chOff x="0" y="0"/>
          <a:chExt cx="0" cy="0"/>
        </a:xfrm>
      </p:grpSpPr>
      <p:grpSp>
        <p:nvGrpSpPr>
          <p:cNvPr id="1339" name="Google Shape;1339;p30"/>
          <p:cNvGrpSpPr/>
          <p:nvPr/>
        </p:nvGrpSpPr>
        <p:grpSpPr>
          <a:xfrm>
            <a:off x="-623241" y="3925887"/>
            <a:ext cx="2833357" cy="1517787"/>
            <a:chOff x="-623241" y="3849687"/>
            <a:chExt cx="2833357" cy="1517787"/>
          </a:xfrm>
        </p:grpSpPr>
        <p:grpSp>
          <p:nvGrpSpPr>
            <p:cNvPr id="1340" name="Google Shape;1340;p30"/>
            <p:cNvGrpSpPr/>
            <p:nvPr/>
          </p:nvGrpSpPr>
          <p:grpSpPr>
            <a:xfrm rot="5400000">
              <a:off x="-879113" y="4155104"/>
              <a:ext cx="1517787" cy="906953"/>
              <a:chOff x="-55500" y="4835979"/>
              <a:chExt cx="1517787" cy="906953"/>
            </a:xfrm>
          </p:grpSpPr>
          <p:sp>
            <p:nvSpPr>
              <p:cNvPr id="1341" name="Google Shape;1341;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5" name="Google Shape;1345;p30"/>
            <p:cNvGrpSpPr/>
            <p:nvPr/>
          </p:nvGrpSpPr>
          <p:grpSpPr>
            <a:xfrm>
              <a:off x="-623241" y="3946426"/>
              <a:ext cx="2833357" cy="1421047"/>
              <a:chOff x="-677366" y="4067276"/>
              <a:chExt cx="2833357" cy="1421047"/>
            </a:xfrm>
          </p:grpSpPr>
          <p:sp>
            <p:nvSpPr>
              <p:cNvPr id="1346" name="Google Shape;1346;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7" name="Google Shape;1347;p30"/>
              <p:cNvGrpSpPr/>
              <p:nvPr/>
            </p:nvGrpSpPr>
            <p:grpSpPr>
              <a:xfrm>
                <a:off x="317735" y="4614472"/>
                <a:ext cx="161977" cy="161940"/>
                <a:chOff x="1101075" y="2142375"/>
                <a:chExt cx="439200" cy="439100"/>
              </a:xfrm>
            </p:grpSpPr>
            <p:sp>
              <p:nvSpPr>
                <p:cNvPr id="1348" name="Google Shape;1348;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0" name="Google Shape;1350;p30"/>
              <p:cNvGrpSpPr/>
              <p:nvPr/>
            </p:nvGrpSpPr>
            <p:grpSpPr>
              <a:xfrm rot="10800000">
                <a:off x="1700151" y="5032693"/>
                <a:ext cx="161977" cy="161940"/>
                <a:chOff x="1101075" y="2142375"/>
                <a:chExt cx="439200" cy="439100"/>
              </a:xfrm>
            </p:grpSpPr>
            <p:sp>
              <p:nvSpPr>
                <p:cNvPr id="1351" name="Google Shape;1351;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3" name="Google Shape;1353;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4" name="Google Shape;1354;p30"/>
          <p:cNvGrpSpPr/>
          <p:nvPr/>
        </p:nvGrpSpPr>
        <p:grpSpPr>
          <a:xfrm>
            <a:off x="6323925" y="-1678249"/>
            <a:ext cx="4189199" cy="3065874"/>
            <a:chOff x="6171525" y="-1678249"/>
            <a:chExt cx="4189199" cy="3065874"/>
          </a:xfrm>
        </p:grpSpPr>
        <p:sp>
          <p:nvSpPr>
            <p:cNvPr id="1355" name="Google Shape;1355;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6" name="Google Shape;1356;p30"/>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357" name="Google Shape;1357;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8" name="Google Shape;1358;p30"/>
            <p:cNvGrpSpPr/>
            <p:nvPr/>
          </p:nvGrpSpPr>
          <p:grpSpPr>
            <a:xfrm rot="-2700000">
              <a:off x="8302147" y="61289"/>
              <a:ext cx="582044" cy="582419"/>
              <a:chOff x="959750" y="3039275"/>
              <a:chExt cx="582050" cy="582425"/>
            </a:xfrm>
          </p:grpSpPr>
          <p:sp>
            <p:nvSpPr>
              <p:cNvPr id="1359" name="Google Shape;1359;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6" name="Google Shape;1366;p30"/>
            <p:cNvGrpSpPr/>
            <p:nvPr/>
          </p:nvGrpSpPr>
          <p:grpSpPr>
            <a:xfrm rot="-2700000">
              <a:off x="8551447" y="61289"/>
              <a:ext cx="582044" cy="582419"/>
              <a:chOff x="959750" y="3039275"/>
              <a:chExt cx="582050" cy="582425"/>
            </a:xfrm>
          </p:grpSpPr>
          <p:sp>
            <p:nvSpPr>
              <p:cNvPr id="1367" name="Google Shape;1367;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4" name="Google Shape;1374;p30"/>
          <p:cNvGrpSpPr/>
          <p:nvPr/>
        </p:nvGrpSpPr>
        <p:grpSpPr>
          <a:xfrm rot="2700000">
            <a:off x="8945322" y="2352177"/>
            <a:ext cx="439196" cy="439096"/>
            <a:chOff x="1101075" y="2142375"/>
            <a:chExt cx="439200" cy="439100"/>
          </a:xfrm>
        </p:grpSpPr>
        <p:sp>
          <p:nvSpPr>
            <p:cNvPr id="1375" name="Google Shape;1375;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7"/>
        <p:cNvGrpSpPr/>
        <p:nvPr/>
      </p:nvGrpSpPr>
      <p:grpSpPr>
        <a:xfrm>
          <a:off x="0" y="0"/>
          <a:ext cx="0" cy="0"/>
          <a:chOff x="0" y="0"/>
          <a:chExt cx="0" cy="0"/>
        </a:xfrm>
      </p:grpSpPr>
      <p:grpSp>
        <p:nvGrpSpPr>
          <p:cNvPr id="1378" name="Google Shape;1378;p31"/>
          <p:cNvGrpSpPr/>
          <p:nvPr/>
        </p:nvGrpSpPr>
        <p:grpSpPr>
          <a:xfrm>
            <a:off x="8332551" y="-7"/>
            <a:ext cx="2386151" cy="3293873"/>
            <a:chOff x="8256351" y="-7"/>
            <a:chExt cx="2386151" cy="3293873"/>
          </a:xfrm>
        </p:grpSpPr>
        <p:pic>
          <p:nvPicPr>
            <p:cNvPr id="1379" name="Google Shape;1379;p31"/>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380" name="Google Shape;1380;p31"/>
            <p:cNvGrpSpPr/>
            <p:nvPr/>
          </p:nvGrpSpPr>
          <p:grpSpPr>
            <a:xfrm rot="10800000">
              <a:off x="8452444" y="-7"/>
              <a:ext cx="325154" cy="1788670"/>
              <a:chOff x="8869019" y="-622132"/>
              <a:chExt cx="325154" cy="1788670"/>
            </a:xfrm>
          </p:grpSpPr>
          <p:sp>
            <p:nvSpPr>
              <p:cNvPr id="1381" name="Google Shape;1381;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2" name="Google Shape;1382;p31"/>
              <p:cNvGrpSpPr/>
              <p:nvPr/>
            </p:nvGrpSpPr>
            <p:grpSpPr>
              <a:xfrm rot="1800062">
                <a:off x="9035610" y="1007995"/>
                <a:ext cx="134040" cy="134009"/>
                <a:chOff x="1101075" y="2142375"/>
                <a:chExt cx="439200" cy="439100"/>
              </a:xfrm>
            </p:grpSpPr>
            <p:sp>
              <p:nvSpPr>
                <p:cNvPr id="1383" name="Google Shape;1383;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5" name="Google Shape;1385;p31"/>
          <p:cNvGrpSpPr/>
          <p:nvPr/>
        </p:nvGrpSpPr>
        <p:grpSpPr>
          <a:xfrm>
            <a:off x="-213525" y="171225"/>
            <a:ext cx="439200" cy="439100"/>
            <a:chOff x="1101075" y="2142375"/>
            <a:chExt cx="439200" cy="439100"/>
          </a:xfrm>
        </p:grpSpPr>
        <p:sp>
          <p:nvSpPr>
            <p:cNvPr id="1386" name="Google Shape;1386;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8" name="Google Shape;1388;p31"/>
          <p:cNvGrpSpPr/>
          <p:nvPr/>
        </p:nvGrpSpPr>
        <p:grpSpPr>
          <a:xfrm>
            <a:off x="-1262974" y="3161328"/>
            <a:ext cx="4822591" cy="2934500"/>
            <a:chOff x="-1186774" y="3161328"/>
            <a:chExt cx="4822591" cy="2934500"/>
          </a:xfrm>
        </p:grpSpPr>
        <p:pic>
          <p:nvPicPr>
            <p:cNvPr id="1389" name="Google Shape;1389;p31"/>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390" name="Google Shape;1390;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1" name="Google Shape;1391;p31"/>
            <p:cNvGrpSpPr/>
            <p:nvPr/>
          </p:nvGrpSpPr>
          <p:grpSpPr>
            <a:xfrm>
              <a:off x="58899" y="4608583"/>
              <a:ext cx="604346" cy="657081"/>
              <a:chOff x="58899" y="4608583"/>
              <a:chExt cx="604346" cy="657081"/>
            </a:xfrm>
          </p:grpSpPr>
          <p:grpSp>
            <p:nvGrpSpPr>
              <p:cNvPr id="1392" name="Google Shape;1392;p31"/>
              <p:cNvGrpSpPr/>
              <p:nvPr/>
            </p:nvGrpSpPr>
            <p:grpSpPr>
              <a:xfrm rot="10800000">
                <a:off x="58899" y="4608583"/>
                <a:ext cx="328346" cy="328531"/>
                <a:chOff x="3678700" y="407275"/>
                <a:chExt cx="708100" cy="708500"/>
              </a:xfrm>
            </p:grpSpPr>
            <p:sp>
              <p:nvSpPr>
                <p:cNvPr id="1393" name="Google Shape;1393;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0" name="Google Shape;1400;p31"/>
              <p:cNvGrpSpPr/>
              <p:nvPr/>
            </p:nvGrpSpPr>
            <p:grpSpPr>
              <a:xfrm rot="10800000">
                <a:off x="334899" y="4608583"/>
                <a:ext cx="328346" cy="328531"/>
                <a:chOff x="3678700" y="407275"/>
                <a:chExt cx="708100" cy="708500"/>
              </a:xfrm>
            </p:grpSpPr>
            <p:sp>
              <p:nvSpPr>
                <p:cNvPr id="1401" name="Google Shape;1401;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8" name="Google Shape;1408;p31"/>
              <p:cNvGrpSpPr/>
              <p:nvPr/>
            </p:nvGrpSpPr>
            <p:grpSpPr>
              <a:xfrm rot="10800000">
                <a:off x="282574" y="4937133"/>
                <a:ext cx="328346" cy="328531"/>
                <a:chOff x="3678700" y="407275"/>
                <a:chExt cx="708100" cy="708500"/>
              </a:xfrm>
            </p:grpSpPr>
            <p:sp>
              <p:nvSpPr>
                <p:cNvPr id="1409" name="Google Shape;1409;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6" name="Google Shape;1416;p31"/>
            <p:cNvGrpSpPr/>
            <p:nvPr/>
          </p:nvGrpSpPr>
          <p:grpSpPr>
            <a:xfrm>
              <a:off x="-923150" y="4796551"/>
              <a:ext cx="4558967" cy="134100"/>
              <a:chOff x="796100" y="3019701"/>
              <a:chExt cx="4558967" cy="134100"/>
            </a:xfrm>
          </p:grpSpPr>
          <p:sp>
            <p:nvSpPr>
              <p:cNvPr id="1417" name="Google Shape;1417;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8" name="Google Shape;1418;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19" name="Google Shape;1419;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111"/>
        <p:cNvGrpSpPr/>
        <p:nvPr/>
      </p:nvGrpSpPr>
      <p:grpSpPr>
        <a:xfrm>
          <a:off x="0" y="0"/>
          <a:ext cx="0" cy="0"/>
          <a:chOff x="0" y="0"/>
          <a:chExt cx="0" cy="0"/>
        </a:xfrm>
      </p:grpSpPr>
      <p:sp>
        <p:nvSpPr>
          <p:cNvPr id="1112" name="Google Shape;1112;p25"/>
          <p:cNvSpPr txBox="1">
            <a:spLocks noGrp="1"/>
          </p:cNvSpPr>
          <p:nvPr>
            <p:ph type="subTitle" idx="1"/>
          </p:nvPr>
        </p:nvSpPr>
        <p:spPr>
          <a:xfrm>
            <a:off x="720000"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3" name="Google Shape;1113;p25"/>
          <p:cNvSpPr txBox="1">
            <a:spLocks noGrp="1"/>
          </p:cNvSpPr>
          <p:nvPr>
            <p:ph type="subTitle" idx="2"/>
          </p:nvPr>
        </p:nvSpPr>
        <p:spPr>
          <a:xfrm>
            <a:off x="3584484"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4" name="Google Shape;1114;p25"/>
          <p:cNvSpPr txBox="1">
            <a:spLocks noGrp="1"/>
          </p:cNvSpPr>
          <p:nvPr>
            <p:ph type="subTitle" idx="3"/>
          </p:nvPr>
        </p:nvSpPr>
        <p:spPr>
          <a:xfrm>
            <a:off x="6448975"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15" name="Google Shape;1115;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16" name="Google Shape;1116;p25"/>
          <p:cNvSpPr txBox="1">
            <a:spLocks noGrp="1"/>
          </p:cNvSpPr>
          <p:nvPr>
            <p:ph type="subTitle" idx="4"/>
          </p:nvPr>
        </p:nvSpPr>
        <p:spPr>
          <a:xfrm>
            <a:off x="720000"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17" name="Google Shape;1117;p25"/>
          <p:cNvSpPr txBox="1">
            <a:spLocks noGrp="1"/>
          </p:cNvSpPr>
          <p:nvPr>
            <p:ph type="subTitle" idx="5"/>
          </p:nvPr>
        </p:nvSpPr>
        <p:spPr>
          <a:xfrm>
            <a:off x="3584483"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18" name="Google Shape;1118;p25"/>
          <p:cNvSpPr txBox="1">
            <a:spLocks noGrp="1"/>
          </p:cNvSpPr>
          <p:nvPr>
            <p:ph type="subTitle" idx="6"/>
          </p:nvPr>
        </p:nvSpPr>
        <p:spPr>
          <a:xfrm>
            <a:off x="6448972"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19" name="Google Shape;1119;p25"/>
          <p:cNvSpPr>
            <a:spLocks noGrp="1"/>
          </p:cNvSpPr>
          <p:nvPr>
            <p:ph type="pic" idx="7"/>
          </p:nvPr>
        </p:nvSpPr>
        <p:spPr>
          <a:xfrm>
            <a:off x="720000" y="1236800"/>
            <a:ext cx="1981800" cy="1662300"/>
          </a:xfrm>
          <a:prstGeom prst="snip1Rect">
            <a:avLst>
              <a:gd name="adj" fmla="val 16667"/>
            </a:avLst>
          </a:prstGeom>
          <a:noFill/>
          <a:ln>
            <a:noFill/>
          </a:ln>
        </p:spPr>
      </p:sp>
      <p:sp>
        <p:nvSpPr>
          <p:cNvPr id="1120" name="Google Shape;1120;p25"/>
          <p:cNvSpPr>
            <a:spLocks noGrp="1"/>
          </p:cNvSpPr>
          <p:nvPr>
            <p:ph type="pic" idx="8"/>
          </p:nvPr>
        </p:nvSpPr>
        <p:spPr>
          <a:xfrm>
            <a:off x="3584475" y="1236800"/>
            <a:ext cx="1981800" cy="1662300"/>
          </a:xfrm>
          <a:prstGeom prst="snip1Rect">
            <a:avLst>
              <a:gd name="adj" fmla="val 16667"/>
            </a:avLst>
          </a:prstGeom>
          <a:noFill/>
          <a:ln>
            <a:noFill/>
          </a:ln>
        </p:spPr>
      </p:sp>
      <p:sp>
        <p:nvSpPr>
          <p:cNvPr id="1121" name="Google Shape;1121;p25"/>
          <p:cNvSpPr>
            <a:spLocks noGrp="1"/>
          </p:cNvSpPr>
          <p:nvPr>
            <p:ph type="pic" idx="9"/>
          </p:nvPr>
        </p:nvSpPr>
        <p:spPr>
          <a:xfrm>
            <a:off x="6448950" y="1236800"/>
            <a:ext cx="1981800" cy="1662300"/>
          </a:xfrm>
          <a:prstGeom prst="snip1Rect">
            <a:avLst>
              <a:gd name="adj" fmla="val 16667"/>
            </a:avLst>
          </a:prstGeom>
          <a:noFill/>
          <a:ln>
            <a:noFill/>
          </a:ln>
        </p:spPr>
      </p:sp>
      <p:grpSp>
        <p:nvGrpSpPr>
          <p:cNvPr id="1122" name="Google Shape;1122;p25"/>
          <p:cNvGrpSpPr/>
          <p:nvPr/>
        </p:nvGrpSpPr>
        <p:grpSpPr>
          <a:xfrm>
            <a:off x="-928041" y="3925887"/>
            <a:ext cx="2833357" cy="1517787"/>
            <a:chOff x="-623241" y="3849687"/>
            <a:chExt cx="2833357" cy="1517787"/>
          </a:xfrm>
        </p:grpSpPr>
        <p:grpSp>
          <p:nvGrpSpPr>
            <p:cNvPr id="1123" name="Google Shape;1123;p25"/>
            <p:cNvGrpSpPr/>
            <p:nvPr/>
          </p:nvGrpSpPr>
          <p:grpSpPr>
            <a:xfrm rot="5400000">
              <a:off x="-879113" y="4155104"/>
              <a:ext cx="1517787" cy="906953"/>
              <a:chOff x="-55500" y="4835979"/>
              <a:chExt cx="1517787" cy="906953"/>
            </a:xfrm>
          </p:grpSpPr>
          <p:sp>
            <p:nvSpPr>
              <p:cNvPr id="1124" name="Google Shape;1124;p25"/>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5"/>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5"/>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5"/>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8" name="Google Shape;1128;p25"/>
            <p:cNvGrpSpPr/>
            <p:nvPr/>
          </p:nvGrpSpPr>
          <p:grpSpPr>
            <a:xfrm>
              <a:off x="-623241" y="3946426"/>
              <a:ext cx="2833357" cy="1421047"/>
              <a:chOff x="-677366" y="4067276"/>
              <a:chExt cx="2833357" cy="1421047"/>
            </a:xfrm>
          </p:grpSpPr>
          <p:sp>
            <p:nvSpPr>
              <p:cNvPr id="1129" name="Google Shape;1129;p25"/>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0" name="Google Shape;1130;p25"/>
              <p:cNvGrpSpPr/>
              <p:nvPr/>
            </p:nvGrpSpPr>
            <p:grpSpPr>
              <a:xfrm>
                <a:off x="317735" y="4614472"/>
                <a:ext cx="161977" cy="161940"/>
                <a:chOff x="1101075" y="2142375"/>
                <a:chExt cx="439200" cy="439100"/>
              </a:xfrm>
            </p:grpSpPr>
            <p:sp>
              <p:nvSpPr>
                <p:cNvPr id="1131" name="Google Shape;1131;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3" name="Google Shape;1133;p25"/>
              <p:cNvGrpSpPr/>
              <p:nvPr/>
            </p:nvGrpSpPr>
            <p:grpSpPr>
              <a:xfrm rot="10800000">
                <a:off x="1700151" y="5032693"/>
                <a:ext cx="161977" cy="161940"/>
                <a:chOff x="1101075" y="2142375"/>
                <a:chExt cx="439200" cy="439100"/>
              </a:xfrm>
            </p:grpSpPr>
            <p:sp>
              <p:nvSpPr>
                <p:cNvPr id="1134" name="Google Shape;1134;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36" name="Google Shape;1136;p25"/>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7" name="Google Shape;1137;p25"/>
          <p:cNvGrpSpPr/>
          <p:nvPr/>
        </p:nvGrpSpPr>
        <p:grpSpPr>
          <a:xfrm>
            <a:off x="6400125" y="-1754449"/>
            <a:ext cx="4189199" cy="3065874"/>
            <a:chOff x="6171525" y="-1678249"/>
            <a:chExt cx="4189199" cy="3065874"/>
          </a:xfrm>
        </p:grpSpPr>
        <p:sp>
          <p:nvSpPr>
            <p:cNvPr id="1138" name="Google Shape;1138;p25"/>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39" name="Google Shape;1139;p25"/>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140" name="Google Shape;1140;p25"/>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1" name="Google Shape;1141;p25"/>
            <p:cNvGrpSpPr/>
            <p:nvPr/>
          </p:nvGrpSpPr>
          <p:grpSpPr>
            <a:xfrm rot="-2700000">
              <a:off x="8302147" y="61289"/>
              <a:ext cx="582044" cy="582419"/>
              <a:chOff x="959750" y="3039275"/>
              <a:chExt cx="582050" cy="582425"/>
            </a:xfrm>
          </p:grpSpPr>
          <p:sp>
            <p:nvSpPr>
              <p:cNvPr id="1142" name="Google Shape;1142;p2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25"/>
            <p:cNvGrpSpPr/>
            <p:nvPr/>
          </p:nvGrpSpPr>
          <p:grpSpPr>
            <a:xfrm rot="-2700000">
              <a:off x="8551447" y="61289"/>
              <a:ext cx="582044" cy="582419"/>
              <a:chOff x="959750" y="3039275"/>
              <a:chExt cx="582050" cy="582425"/>
            </a:xfrm>
          </p:grpSpPr>
          <p:sp>
            <p:nvSpPr>
              <p:cNvPr id="1150" name="Google Shape;1150;p2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57" name="Google Shape;1157;p25"/>
          <p:cNvGrpSpPr/>
          <p:nvPr/>
        </p:nvGrpSpPr>
        <p:grpSpPr>
          <a:xfrm rot="2700000">
            <a:off x="8945322" y="2352177"/>
            <a:ext cx="439196" cy="439096"/>
            <a:chOff x="1101075" y="2142375"/>
            <a:chExt cx="439200" cy="439100"/>
          </a:xfrm>
        </p:grpSpPr>
        <p:sp>
          <p:nvSpPr>
            <p:cNvPr id="1158" name="Google Shape;1158;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0" name="Google Shape;1160;p25"/>
          <p:cNvGrpSpPr/>
          <p:nvPr/>
        </p:nvGrpSpPr>
        <p:grpSpPr>
          <a:xfrm rot="10800000">
            <a:off x="4995775" y="180626"/>
            <a:ext cx="4558967" cy="134100"/>
            <a:chOff x="796100" y="3019701"/>
            <a:chExt cx="4558967" cy="134100"/>
          </a:xfrm>
        </p:grpSpPr>
        <p:sp>
          <p:nvSpPr>
            <p:cNvPr id="1161" name="Google Shape;1161;p2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62" name="Google Shape;1162;p2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163" name="Google Shape;1163;p2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6463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8" r:id="rId3"/>
    <p:sldLayoutId id="2147483659" r:id="rId4"/>
    <p:sldLayoutId id="2147483662" r:id="rId5"/>
    <p:sldLayoutId id="2147483665" r:id="rId6"/>
    <p:sldLayoutId id="2147483672" r:id="rId7"/>
    <p:sldLayoutId id="2147483676" r:id="rId8"/>
    <p:sldLayoutId id="2147483677" r:id="rId9"/>
    <p:sldLayoutId id="214748368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microsoft.com/office/2007/relationships/hdphoto" Target="../media/hdphoto1.wdp"/><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3.png"/><Relationship Id="rId5" Type="http://schemas.openxmlformats.org/officeDocument/2006/relationships/image" Target="../media/image8.jpg"/><Relationship Id="rId4" Type="http://schemas.openxmlformats.org/officeDocument/2006/relationships/image" Target="../media/image7.jp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29"/>
        <p:cNvGrpSpPr/>
        <p:nvPr/>
      </p:nvGrpSpPr>
      <p:grpSpPr>
        <a:xfrm>
          <a:off x="0" y="0"/>
          <a:ext cx="0" cy="0"/>
          <a:chOff x="0" y="0"/>
          <a:chExt cx="0" cy="0"/>
        </a:xfrm>
      </p:grpSpPr>
      <p:sp>
        <p:nvSpPr>
          <p:cNvPr id="1431" name="Google Shape;1431;p35"/>
          <p:cNvSpPr txBox="1">
            <a:spLocks noGrp="1"/>
          </p:cNvSpPr>
          <p:nvPr>
            <p:ph type="ctrTitle"/>
          </p:nvPr>
        </p:nvSpPr>
        <p:spPr>
          <a:xfrm>
            <a:off x="260829" y="1633035"/>
            <a:ext cx="7697226" cy="1723371"/>
          </a:xfrm>
          <a:prstGeom prst="rect">
            <a:avLst/>
          </a:prstGeom>
        </p:spPr>
        <p:txBody>
          <a:bodyPr spcFirstLastPara="1" wrap="square" lIns="91425" tIns="91425" rIns="91425" bIns="91425" anchor="b" anchorCtr="0">
            <a:noAutofit/>
          </a:bodyPr>
          <a:lstStyle/>
          <a:p>
            <a:pPr marL="0" lvl="0" indent="0" algn="just" rtl="0">
              <a:spcBef>
                <a:spcPts val="0"/>
              </a:spcBef>
              <a:spcAft>
                <a:spcPts val="0"/>
              </a:spcAft>
              <a:buNone/>
            </a:pPr>
            <a:r>
              <a:rPr lang="en" sz="3600">
                <a:solidFill>
                  <a:schemeClr val="dk2"/>
                </a:solidFill>
              </a:rPr>
              <a:t>ĐIỂN KHIỂN TAY MÁY ẢO BẰNG CỬ CHỈ BÀN TAY</a:t>
            </a:r>
            <a:endParaRPr sz="3600">
              <a:solidFill>
                <a:schemeClr val="dk1"/>
              </a:solidFill>
            </a:endParaRPr>
          </a:p>
        </p:txBody>
      </p:sp>
      <p:grpSp>
        <p:nvGrpSpPr>
          <p:cNvPr id="1432" name="Google Shape;1432;p35"/>
          <p:cNvGrpSpPr/>
          <p:nvPr/>
        </p:nvGrpSpPr>
        <p:grpSpPr>
          <a:xfrm>
            <a:off x="1096850" y="3242811"/>
            <a:ext cx="3936683" cy="134070"/>
            <a:chOff x="1096850" y="3242811"/>
            <a:chExt cx="3936683" cy="134070"/>
          </a:xfrm>
        </p:grpSpPr>
        <p:cxnSp>
          <p:nvCxnSpPr>
            <p:cNvPr id="1433" name="Google Shape;1433;p35"/>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p:cNvGrpSpPr/>
            <p:nvPr/>
          </p:nvGrpSpPr>
          <p:grpSpPr>
            <a:xfrm>
              <a:off x="4899464" y="3242811"/>
              <a:ext cx="134070" cy="134070"/>
              <a:chOff x="8382514" y="1084976"/>
              <a:chExt cx="265800" cy="265800"/>
            </a:xfrm>
          </p:grpSpPr>
          <p:sp>
            <p:nvSpPr>
              <p:cNvPr id="1435" name="Google Shape;1435;p35"/>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5"/>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7" name="Google Shape;1437;p35"/>
          <p:cNvGrpSpPr/>
          <p:nvPr/>
        </p:nvGrpSpPr>
        <p:grpSpPr>
          <a:xfrm>
            <a:off x="8017432" y="-313900"/>
            <a:ext cx="134070" cy="1891362"/>
            <a:chOff x="8017432" y="-313900"/>
            <a:chExt cx="134070" cy="1891362"/>
          </a:xfrm>
        </p:grpSpPr>
        <p:sp>
          <p:nvSpPr>
            <p:cNvPr id="1438" name="Google Shape;1438;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9" name="Google Shape;1439;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35"/>
          <p:cNvGrpSpPr/>
          <p:nvPr/>
        </p:nvGrpSpPr>
        <p:grpSpPr>
          <a:xfrm>
            <a:off x="6309526" y="957475"/>
            <a:ext cx="3504715" cy="5119205"/>
            <a:chOff x="6309526" y="836950"/>
            <a:chExt cx="3504715" cy="5119205"/>
          </a:xfrm>
        </p:grpSpPr>
        <p:sp>
          <p:nvSpPr>
            <p:cNvPr id="1442" name="Google Shape;1442;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3" name="Google Shape;1443;p35"/>
            <p:cNvGrpSpPr/>
            <p:nvPr/>
          </p:nvGrpSpPr>
          <p:grpSpPr>
            <a:xfrm>
              <a:off x="7728436" y="3524084"/>
              <a:ext cx="134004" cy="134004"/>
              <a:chOff x="8356813" y="1074288"/>
              <a:chExt cx="351900" cy="351900"/>
            </a:xfrm>
          </p:grpSpPr>
          <p:sp>
            <p:nvSpPr>
              <p:cNvPr id="1444" name="Google Shape;1444;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35"/>
            <p:cNvGrpSpPr/>
            <p:nvPr/>
          </p:nvGrpSpPr>
          <p:grpSpPr>
            <a:xfrm>
              <a:off x="7344361" y="3150259"/>
              <a:ext cx="134004" cy="134004"/>
              <a:chOff x="8356813" y="1074288"/>
              <a:chExt cx="351900" cy="351900"/>
            </a:xfrm>
          </p:grpSpPr>
          <p:sp>
            <p:nvSpPr>
              <p:cNvPr id="1447" name="Google Shape;1447;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35"/>
            <p:cNvGrpSpPr/>
            <p:nvPr/>
          </p:nvGrpSpPr>
          <p:grpSpPr>
            <a:xfrm>
              <a:off x="8337811" y="2464059"/>
              <a:ext cx="134004" cy="134004"/>
              <a:chOff x="8356813" y="1074288"/>
              <a:chExt cx="351900" cy="351900"/>
            </a:xfrm>
          </p:grpSpPr>
          <p:sp>
            <p:nvSpPr>
              <p:cNvPr id="1450" name="Google Shape;1450;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2" name="Google Shape;1452;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1431;p35">
            <a:extLst>
              <a:ext uri="{FF2B5EF4-FFF2-40B4-BE49-F238E27FC236}">
                <a16:creationId xmlns:a16="http://schemas.microsoft.com/office/drawing/2014/main" id="{DC7BF603-5B56-83B6-7F60-F86205EB80F5}"/>
              </a:ext>
            </a:extLst>
          </p:cNvPr>
          <p:cNvSpPr txBox="1">
            <a:spLocks/>
          </p:cNvSpPr>
          <p:nvPr/>
        </p:nvSpPr>
        <p:spPr>
          <a:xfrm>
            <a:off x="2802506" y="688363"/>
            <a:ext cx="3529299" cy="475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rgbClr val="191919"/>
              </a:buClr>
              <a:buSzPts val="5200"/>
              <a:buFont typeface="IBM Plex Mono"/>
              <a:buNone/>
              <a:defRPr sz="4500" b="1" i="0" u="none" strike="noStrike" cap="none">
                <a:solidFill>
                  <a:schemeClr val="dk2"/>
                </a:solidFill>
                <a:latin typeface="IBM Plex Mono"/>
                <a:ea typeface="IBM Plex Mono"/>
                <a:cs typeface="IBM Plex Mono"/>
                <a:sym typeface="IBM Plex Mono"/>
              </a:defRPr>
            </a:lvl1pPr>
            <a:lvl2pPr marR="0" lvl="1"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2pPr>
            <a:lvl3pPr marR="0" lvl="2"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3pPr>
            <a:lvl4pPr marR="0" lvl="3"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4pPr>
            <a:lvl5pPr marR="0" lvl="4"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5pPr>
            <a:lvl6pPr marR="0" lvl="5"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6pPr>
            <a:lvl7pPr marR="0" lvl="6"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7pPr>
            <a:lvl8pPr marR="0" lvl="7"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8pPr>
            <a:lvl9pPr marR="0" lvl="8" algn="ctr" rtl="0">
              <a:lnSpc>
                <a:spcPct val="100000"/>
              </a:lnSpc>
              <a:spcBef>
                <a:spcPts val="0"/>
              </a:spcBef>
              <a:spcAft>
                <a:spcPts val="0"/>
              </a:spcAft>
              <a:buClr>
                <a:srgbClr val="191919"/>
              </a:buClr>
              <a:buSzPts val="5200"/>
              <a:buFont typeface="IBM Plex Mono"/>
              <a:buNone/>
              <a:defRPr sz="5200" b="1" i="0" u="none" strike="noStrike" cap="none">
                <a:solidFill>
                  <a:srgbClr val="191919"/>
                </a:solidFill>
                <a:latin typeface="IBM Plex Mono"/>
                <a:ea typeface="IBM Plex Mono"/>
                <a:cs typeface="IBM Plex Mono"/>
                <a:sym typeface="IBM Plex Mono"/>
              </a:defRPr>
            </a:lvl9pPr>
          </a:lstStyle>
          <a:p>
            <a:pPr algn="ctr"/>
            <a:r>
              <a:rPr lang="vi-VN" altLang="en-US" sz="1800">
                <a:solidFill>
                  <a:schemeClr val="tx1"/>
                </a:solidFill>
                <a:latin typeface="Arial" panose="020B0604020202020204" pitchFamily="34" charset="0"/>
                <a:cs typeface="Arial" panose="020B0604020202020204" pitchFamily="34" charset="0"/>
              </a:rPr>
              <a:t>ĐẠI HỌC CẦN THƠ</a:t>
            </a:r>
            <a:br>
              <a:rPr lang="vi-VN" altLang="en-US" sz="1800">
                <a:solidFill>
                  <a:schemeClr val="tx1"/>
                </a:solidFill>
                <a:latin typeface="Arial" panose="020B0604020202020204" pitchFamily="34" charset="0"/>
                <a:cs typeface="Arial" panose="020B0604020202020204" pitchFamily="34" charset="0"/>
              </a:rPr>
            </a:br>
            <a:r>
              <a:rPr lang="vi-VN" altLang="vi-VN" sz="1800">
                <a:solidFill>
                  <a:schemeClr val="tx1"/>
                </a:solidFill>
                <a:latin typeface="Arial" panose="020B0604020202020204" pitchFamily="34" charset="0"/>
                <a:cs typeface="Arial" panose="020B0604020202020204" pitchFamily="34" charset="0"/>
              </a:rPr>
              <a:t>TRƯỜNG CNTT&amp;TT</a:t>
            </a:r>
            <a:endParaRPr lang="vi-VN" sz="1800" dirty="0">
              <a:solidFill>
                <a:schemeClr val="dk1"/>
              </a:solidFill>
            </a:endParaRPr>
          </a:p>
        </p:txBody>
      </p:sp>
      <p:sp>
        <p:nvSpPr>
          <p:cNvPr id="5" name="TextBox 4">
            <a:extLst>
              <a:ext uri="{FF2B5EF4-FFF2-40B4-BE49-F238E27FC236}">
                <a16:creationId xmlns:a16="http://schemas.microsoft.com/office/drawing/2014/main" id="{02C20BB7-EA1E-7C70-2F51-4586C0A92988}"/>
              </a:ext>
            </a:extLst>
          </p:cNvPr>
          <p:cNvSpPr txBox="1"/>
          <p:nvPr/>
        </p:nvSpPr>
        <p:spPr>
          <a:xfrm>
            <a:off x="1176255" y="1125977"/>
            <a:ext cx="6781800" cy="307777"/>
          </a:xfrm>
          <a:prstGeom prst="rect">
            <a:avLst/>
          </a:prstGeom>
          <a:noFill/>
        </p:spPr>
        <p:txBody>
          <a:bodyPr wrap="square">
            <a:spAutoFit/>
          </a:bodyPr>
          <a:lstStyle/>
          <a:p>
            <a:pPr algn="ctr"/>
            <a:r>
              <a:rPr lang="en-US" altLang="vi-VN" sz="1400" b="1" u="heavy">
                <a:solidFill>
                  <a:schemeClr val="tx1"/>
                </a:solidFill>
                <a:latin typeface="Arial" panose="020B0604020202020204" pitchFamily="34" charset="0"/>
                <a:cs typeface="Arial" panose="020B0604020202020204" pitchFamily="34" charset="0"/>
                <a:sym typeface="+mn-ea"/>
              </a:rPr>
              <a:t>CT 177: NHẬP MÔN TRÍ TUỆ NHÂN TẠO</a:t>
            </a:r>
            <a:endParaRPr lang="vi-VN" altLang="en-US" sz="14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75155F73-FDB7-8516-D4C3-0B7EBED2EAB1}"/>
              </a:ext>
            </a:extLst>
          </p:cNvPr>
          <p:cNvSpPr txBox="1"/>
          <p:nvPr/>
        </p:nvSpPr>
        <p:spPr>
          <a:xfrm>
            <a:off x="86582" y="3510978"/>
            <a:ext cx="6781800" cy="1600438"/>
          </a:xfrm>
          <a:prstGeom prst="rect">
            <a:avLst/>
          </a:prstGeom>
          <a:noFill/>
        </p:spPr>
        <p:txBody>
          <a:bodyPr wrap="square">
            <a:spAutoFit/>
          </a:bodyPr>
          <a:lstStyle/>
          <a:p>
            <a:r>
              <a:rPr lang="en-US"/>
              <a:t>Nhóm thực hiện: nhóm 6</a:t>
            </a:r>
          </a:p>
          <a:p>
            <a:endParaRPr lang="en-US" sz="1400"/>
          </a:p>
          <a:p>
            <a:r>
              <a:rPr lang="en-US" sz="1400"/>
              <a:t>B2101763  </a:t>
            </a:r>
            <a:r>
              <a:rPr lang="en-US" altLang="en-US" sz="1400"/>
              <a:t>Huỳnh Dương Thanh Tiên </a:t>
            </a:r>
          </a:p>
          <a:p>
            <a:endParaRPr lang="en-US" altLang="en-US" sz="1400"/>
          </a:p>
          <a:p>
            <a:r>
              <a:rPr lang="en-US" altLang="en-US" sz="1400"/>
              <a:t>B2008317  </a:t>
            </a:r>
            <a:r>
              <a:rPr lang="en-US" altLang="en-US" sz="1400">
                <a:sym typeface="+mn-ea"/>
              </a:rPr>
              <a:t>Đinh Hoàng Phát</a:t>
            </a:r>
          </a:p>
          <a:p>
            <a:endParaRPr lang="en-US" altLang="en-US" sz="1400"/>
          </a:p>
          <a:p>
            <a:r>
              <a:rPr lang="en-US" altLang="en-US" sz="1400"/>
              <a:t>B2306524</a:t>
            </a:r>
            <a:r>
              <a:rPr lang="en-US" altLang="en-US" sz="1400">
                <a:sym typeface="+mn-ea"/>
              </a:rPr>
              <a:t>  Mai Vũ Duy </a:t>
            </a:r>
            <a:endParaRPr lang="en-US" sz="1400" dirty="0"/>
          </a:p>
        </p:txBody>
      </p:sp>
      <p:pic>
        <p:nvPicPr>
          <p:cNvPr id="1026" name="Picture 2">
            <a:extLst>
              <a:ext uri="{FF2B5EF4-FFF2-40B4-BE49-F238E27FC236}">
                <a16:creationId xmlns:a16="http://schemas.microsoft.com/office/drawing/2014/main" id="{D292161C-BA1F-4B7B-F6CA-05787BC15E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30" y="32084"/>
            <a:ext cx="529779" cy="52977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2719DFE-5369-ADD2-7A34-926F14F28B0B}"/>
              </a:ext>
            </a:extLst>
          </p:cNvPr>
          <p:cNvSpPr txBox="1"/>
          <p:nvPr/>
        </p:nvSpPr>
        <p:spPr>
          <a:xfrm>
            <a:off x="5701636" y="3451942"/>
            <a:ext cx="3553457" cy="307777"/>
          </a:xfrm>
          <a:prstGeom prst="rect">
            <a:avLst/>
          </a:prstGeom>
          <a:noFill/>
        </p:spPr>
        <p:txBody>
          <a:bodyPr wrap="square" rtlCol="0">
            <a:spAutoFit/>
          </a:bodyPr>
          <a:lstStyle/>
          <a:p>
            <a:r>
              <a:rPr lang="en-US"/>
              <a:t>Giảng viên: ThS Huỳnh Ngọc Thái Anh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65"/>
        <p:cNvGrpSpPr/>
        <p:nvPr/>
      </p:nvGrpSpPr>
      <p:grpSpPr>
        <a:xfrm>
          <a:off x="0" y="0"/>
          <a:ext cx="0" cy="0"/>
          <a:chOff x="0" y="0"/>
          <a:chExt cx="0" cy="0"/>
        </a:xfrm>
      </p:grpSpPr>
      <p:sp>
        <p:nvSpPr>
          <p:cNvPr id="1466" name="Google Shape;1466;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a:solidFill>
                  <a:schemeClr val="dk2"/>
                </a:solidFill>
                <a:latin typeface="IBM Plex Mono"/>
                <a:ea typeface="IBM Plex Mono"/>
                <a:cs typeface="IBM Plex Mono"/>
                <a:sym typeface="IBM Plex Mono"/>
              </a:rPr>
              <a:t>Nội dung</a:t>
            </a:r>
            <a:endParaRPr sz="3600">
              <a:solidFill>
                <a:schemeClr val="dk2"/>
              </a:solidFill>
              <a:latin typeface="IBM Plex Mono"/>
              <a:ea typeface="IBM Plex Mono"/>
              <a:cs typeface="IBM Plex Mono"/>
              <a:sym typeface="IBM Plex Mono"/>
            </a:endParaRPr>
          </a:p>
        </p:txBody>
      </p:sp>
      <p:sp>
        <p:nvSpPr>
          <p:cNvPr id="1467" name="Google Shape;1467;p37"/>
          <p:cNvSpPr txBox="1">
            <a:spLocks noGrp="1"/>
          </p:cNvSpPr>
          <p:nvPr>
            <p:ph type="subTitle" idx="9"/>
          </p:nvPr>
        </p:nvSpPr>
        <p:spPr>
          <a:xfrm>
            <a:off x="876300" y="1789723"/>
            <a:ext cx="3233700" cy="85728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Giới thiệu và định nghĩa</a:t>
            </a:r>
            <a:endParaRPr/>
          </a:p>
        </p:txBody>
      </p:sp>
      <p:sp>
        <p:nvSpPr>
          <p:cNvPr id="1472" name="Google Shape;1472;p37"/>
          <p:cNvSpPr txBox="1">
            <a:spLocks noGrp="1"/>
          </p:cNvSpPr>
          <p:nvPr>
            <p:ph type="title" idx="5"/>
          </p:nvPr>
        </p:nvSpPr>
        <p:spPr>
          <a:xfrm>
            <a:off x="876303"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a:t>
            </a:r>
            <a:endParaRPr/>
          </a:p>
        </p:txBody>
      </p:sp>
      <p:sp>
        <p:nvSpPr>
          <p:cNvPr id="1473" name="Google Shape;1473;p37"/>
          <p:cNvSpPr txBox="1">
            <a:spLocks noGrp="1"/>
          </p:cNvSpPr>
          <p:nvPr>
            <p:ph type="title" idx="6"/>
          </p:nvPr>
        </p:nvSpPr>
        <p:spPr>
          <a:xfrm>
            <a:off x="876303" y="304097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III</a:t>
            </a:r>
            <a:endParaRPr/>
          </a:p>
        </p:txBody>
      </p:sp>
      <p:sp>
        <p:nvSpPr>
          <p:cNvPr id="1474" name="Google Shape;1474;p37"/>
          <p:cNvSpPr txBox="1">
            <a:spLocks noGrp="1"/>
          </p:cNvSpPr>
          <p:nvPr>
            <p:ph type="title" idx="7"/>
          </p:nvPr>
        </p:nvSpPr>
        <p:spPr>
          <a:xfrm>
            <a:off x="5983548"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II</a:t>
            </a:r>
            <a:endParaRPr/>
          </a:p>
        </p:txBody>
      </p:sp>
      <p:sp>
        <p:nvSpPr>
          <p:cNvPr id="1475" name="Google Shape;1475;p37"/>
          <p:cNvSpPr txBox="1">
            <a:spLocks noGrp="1"/>
          </p:cNvSpPr>
          <p:nvPr>
            <p:ph type="title" idx="8"/>
          </p:nvPr>
        </p:nvSpPr>
        <p:spPr>
          <a:xfrm>
            <a:off x="5983548" y="3065204"/>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IV</a:t>
            </a:r>
            <a:endParaRPr/>
          </a:p>
        </p:txBody>
      </p:sp>
      <p:sp>
        <p:nvSpPr>
          <p:cNvPr id="1476" name="Google Shape;1476;p37"/>
          <p:cNvSpPr txBox="1">
            <a:spLocks noGrp="1"/>
          </p:cNvSpPr>
          <p:nvPr>
            <p:ph type="subTitle" idx="13"/>
          </p:nvPr>
        </p:nvSpPr>
        <p:spPr>
          <a:xfrm>
            <a:off x="5983548" y="1913963"/>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Quy trình xử lí</a:t>
            </a:r>
            <a:endParaRPr/>
          </a:p>
        </p:txBody>
      </p:sp>
      <p:sp>
        <p:nvSpPr>
          <p:cNvPr id="1477" name="Google Shape;1477;p37"/>
          <p:cNvSpPr txBox="1">
            <a:spLocks noGrp="1"/>
          </p:cNvSpPr>
          <p:nvPr>
            <p:ph type="subTitle" idx="14"/>
          </p:nvPr>
        </p:nvSpPr>
        <p:spPr>
          <a:xfrm>
            <a:off x="876300" y="4296175"/>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Các nghiên cứu liên quan và hướng nghiên cứu</a:t>
            </a:r>
            <a:endParaRPr/>
          </a:p>
        </p:txBody>
      </p:sp>
      <p:sp>
        <p:nvSpPr>
          <p:cNvPr id="1478" name="Google Shape;1478;p37"/>
          <p:cNvSpPr txBox="1">
            <a:spLocks noGrp="1"/>
          </p:cNvSpPr>
          <p:nvPr>
            <p:ph type="subTitle" idx="15"/>
          </p:nvPr>
        </p:nvSpPr>
        <p:spPr>
          <a:xfrm>
            <a:off x="5983548" y="3556377"/>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Demo</a:t>
            </a:r>
            <a:endParaRPr/>
          </a:p>
        </p:txBody>
      </p:sp>
      <p:pic>
        <p:nvPicPr>
          <p:cNvPr id="2" name="Picture 2">
            <a:extLst>
              <a:ext uri="{FF2B5EF4-FFF2-40B4-BE49-F238E27FC236}">
                <a16:creationId xmlns:a16="http://schemas.microsoft.com/office/drawing/2014/main" id="{BCD941B0-D686-F345-F99D-FE937548F9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30" y="32084"/>
            <a:ext cx="529779" cy="52977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17D02E27-00B9-6EA4-CA92-0F96FB6FC37B}"/>
              </a:ext>
            </a:extLst>
          </p:cNvPr>
          <p:cNvPicPr>
            <a:picLocks noChangeAspect="1"/>
          </p:cNvPicPr>
          <p:nvPr/>
        </p:nvPicPr>
        <p:blipFill>
          <a:blip r:embed="rId4"/>
          <a:stretch>
            <a:fillRect/>
          </a:stretch>
        </p:blipFill>
        <p:spPr>
          <a:xfrm>
            <a:off x="3187792" y="487946"/>
            <a:ext cx="529779" cy="5297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9"/>
        <p:cNvGrpSpPr/>
        <p:nvPr/>
      </p:nvGrpSpPr>
      <p:grpSpPr>
        <a:xfrm>
          <a:off x="0" y="0"/>
          <a:ext cx="0" cy="0"/>
          <a:chOff x="0" y="0"/>
          <a:chExt cx="0" cy="0"/>
        </a:xfrm>
      </p:grpSpPr>
      <p:sp>
        <p:nvSpPr>
          <p:cNvPr id="1530" name="Google Shape;1530;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 Giới thiệu và định nghĩa</a:t>
            </a:r>
            <a:endParaRPr/>
          </a:p>
        </p:txBody>
      </p:sp>
      <p:sp>
        <p:nvSpPr>
          <p:cNvPr id="1531" name="Google Shape;1531;p39"/>
          <p:cNvSpPr txBox="1">
            <a:spLocks noGrp="1"/>
          </p:cNvSpPr>
          <p:nvPr>
            <p:ph type="subTitle" idx="1"/>
          </p:nvPr>
        </p:nvSpPr>
        <p:spPr>
          <a:xfrm>
            <a:off x="4958293" y="2578441"/>
            <a:ext cx="3852000" cy="1830600"/>
          </a:xfrm>
          <a:prstGeom prst="rect">
            <a:avLst/>
          </a:prstGeom>
        </p:spPr>
        <p:txBody>
          <a:bodyPr spcFirstLastPara="1" wrap="square" lIns="91425" tIns="91425" rIns="91425" bIns="91425" anchor="t" anchorCtr="0">
            <a:noAutofit/>
          </a:bodyPr>
          <a:lstStyle/>
          <a:p>
            <a:pPr marL="0" lvl="0" indent="0" algn="just"/>
            <a:r>
              <a:rPr lang="en-US" sz="1800">
                <a:latin typeface="+mj-lt"/>
              </a:rPr>
              <a:t>Đây là bài toán trong thị giác máy tính, cho phép điều khiển tay máy ảo bằng cách nhận dạng cử chỉ bàn tay theo thời gian thực và ánh xạ thành lệnh điều khiển.</a:t>
            </a:r>
            <a:endParaRPr sz="1800">
              <a:latin typeface="+mj-lt"/>
            </a:endParaRPr>
          </a:p>
        </p:txBody>
      </p:sp>
      <p:sp>
        <p:nvSpPr>
          <p:cNvPr id="1532" name="Google Shape;1532;p39"/>
          <p:cNvSpPr txBox="1">
            <a:spLocks noGrp="1"/>
          </p:cNvSpPr>
          <p:nvPr>
            <p:ph type="subTitle" idx="2"/>
          </p:nvPr>
        </p:nvSpPr>
        <p:spPr>
          <a:xfrm>
            <a:off x="418465" y="1608801"/>
            <a:ext cx="4345896" cy="2740517"/>
          </a:xfrm>
          <a:prstGeom prst="rect">
            <a:avLst/>
          </a:prstGeom>
        </p:spPr>
        <p:txBody>
          <a:bodyPr spcFirstLastPara="1" wrap="square" lIns="91425" tIns="91425" rIns="91425" bIns="91425" anchor="t" anchorCtr="0">
            <a:noAutofit/>
          </a:bodyPr>
          <a:lstStyle/>
          <a:p>
            <a:pPr marL="0" lvl="0" indent="0" algn="just"/>
            <a:r>
              <a:rPr lang="vi-VN" sz="1800" b="1">
                <a:latin typeface="+mn-lt"/>
              </a:rPr>
              <a:t>Điều khiển tay máy ảo bằng cử chỉ tay</a:t>
            </a:r>
            <a:endParaRPr lang="en-US" sz="1800" b="1">
              <a:latin typeface="+mn-lt"/>
            </a:endParaRPr>
          </a:p>
          <a:p>
            <a:pPr marL="0" lvl="0" indent="0" algn="just"/>
            <a:r>
              <a:rPr lang="vi-VN" sz="1800">
                <a:latin typeface="+mn-lt"/>
              </a:rPr>
              <a:t>Ứng dụng Thị giác máy tính kết hợp AI nhằm điều khiển tay máy ảo qua webcam. Hệ thống sử dụng</a:t>
            </a:r>
            <a:r>
              <a:rPr lang="en-US" sz="1800">
                <a:latin typeface="+mn-lt"/>
              </a:rPr>
              <a:t> webcam,</a:t>
            </a:r>
            <a:r>
              <a:rPr lang="vi-VN" sz="1800">
                <a:latin typeface="+mn-lt"/>
              </a:rPr>
              <a:t> MediaPipe nhận diện cử chỉ tay thời gian thực, sau đó chuyển thành tín hiệu điều khiển mô phỏng tay máy qua Pygame, OpenCV hoặc công cụ 3D đơn giản.</a:t>
            </a:r>
            <a:endParaRPr sz="1800">
              <a:latin typeface="+mn-lt"/>
            </a:endParaRPr>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 name="Picture 2">
            <a:extLst>
              <a:ext uri="{FF2B5EF4-FFF2-40B4-BE49-F238E27FC236}">
                <a16:creationId xmlns:a16="http://schemas.microsoft.com/office/drawing/2014/main" id="{15FB9FBA-7C10-4CE1-3186-CAC7993AA8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30" y="32084"/>
            <a:ext cx="529779" cy="529779"/>
          </a:xfrm>
          <a:prstGeom prst="rect">
            <a:avLst/>
          </a:prstGeom>
          <a:noFill/>
          <a:extLst>
            <a:ext uri="{909E8E84-426E-40DD-AFC4-6F175D3DCCD1}">
              <a14:hiddenFill xmlns:a14="http://schemas.microsoft.com/office/drawing/2010/main">
                <a:solidFill>
                  <a:srgbClr val="FFFFFF"/>
                </a:solidFill>
              </a14:hiddenFill>
            </a:ext>
          </a:extLst>
        </p:spPr>
      </p:pic>
      <p:pic>
        <p:nvPicPr>
          <p:cNvPr id="7" name="Content Placeholder 4">
            <a:extLst>
              <a:ext uri="{FF2B5EF4-FFF2-40B4-BE49-F238E27FC236}">
                <a16:creationId xmlns:a16="http://schemas.microsoft.com/office/drawing/2014/main" id="{0E7FC637-7DEE-408D-8169-7242BFFD655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668" b="99219" l="52865" r="96810">
                        <a14:foregroundMark x1="80924" y1="71973" x2="80924" y2="71973"/>
                        <a14:foregroundMark x1="80924" y1="71973" x2="80924" y2="71973"/>
                        <a14:foregroundMark x1="65495" y1="59766" x2="67773" y2="70703"/>
                        <a14:foregroundMark x1="67773" y1="70703" x2="83919" y2="68555"/>
                        <a14:foregroundMark x1="83919" y1="68555" x2="86198" y2="82715"/>
                        <a14:foregroundMark x1="65169" y1="56836" x2="67122" y2="71191"/>
                        <a14:foregroundMark x1="67122" y1="71191" x2="79622" y2="65527"/>
                        <a14:foregroundMark x1="79622" y1="65527" x2="92839" y2="80664"/>
                        <a14:foregroundMark x1="92839" y1="80664" x2="88932" y2="94727"/>
                        <a14:foregroundMark x1="88932" y1="94727" x2="89518" y2="81738"/>
                        <a14:foregroundMark x1="90299" y1="62695" x2="87630" y2="70410"/>
                        <a14:foregroundMark x1="87305" y1="62695" x2="75326" y2="67773"/>
                        <a14:foregroundMark x1="75326" y1="67773" x2="70638" y2="77148"/>
                        <a14:foregroundMark x1="70638" y1="77148" x2="69596" y2="77637"/>
                        <a14:foregroundMark x1="75521" y1="64355" x2="87565" y2="56348"/>
                        <a14:foregroundMark x1="87565" y1="56348" x2="97266" y2="64453"/>
                        <a14:foregroundMark x1="97266" y1="64453" x2="99414" y2="81738"/>
                        <a14:foregroundMark x1="99414" y1="81738" x2="95964" y2="95605"/>
                        <a14:foregroundMark x1="95964" y1="95605" x2="81901" y2="99219"/>
                        <a14:foregroundMark x1="81901" y1="99219" x2="78060" y2="83789"/>
                        <a14:foregroundMark x1="78060" y1="83789" x2="78255" y2="70313"/>
                        <a14:foregroundMark x1="78255" y1="70313" x2="75846" y2="65723"/>
                        <a14:foregroundMark x1="97135" y1="62012" x2="94596" y2="87012"/>
                        <a14:foregroundMark x1="94596" y1="87012" x2="96810" y2="65625"/>
                        <a14:foregroundMark x1="70703" y1="37500" x2="75846" y2="37793"/>
                        <a14:foregroundMark x1="70573" y1="35742" x2="70703" y2="36133"/>
                        <a14:foregroundMark x1="69792" y1="35742" x2="69792" y2="37500"/>
                        <a14:foregroundMark x1="61328" y1="9375" x2="79167" y2="8789"/>
                        <a14:foregroundMark x1="79167" y1="8789" x2="65169" y2="11914"/>
                        <a14:foregroundMark x1="65169" y1="11914" x2="62305" y2="9668"/>
                      </a14:backgroundRemoval>
                    </a14:imgEffect>
                  </a14:imgLayer>
                </a14:imgProps>
              </a:ext>
            </a:extLst>
          </a:blip>
          <a:srcRect l="47635"/>
          <a:stretch>
            <a:fillRect/>
          </a:stretch>
        </p:blipFill>
        <p:spPr>
          <a:xfrm>
            <a:off x="8144920" y="-21721"/>
            <a:ext cx="797341" cy="1413387"/>
          </a:xfrm>
          <a:prstGeom prst="rect">
            <a:avLst/>
          </a:prstGeom>
          <a:noFill/>
          <a:ln>
            <a:noFill/>
          </a:ln>
        </p:spPr>
      </p:pic>
      <p:sp>
        <p:nvSpPr>
          <p:cNvPr id="4" name="TextBox 3">
            <a:extLst>
              <a:ext uri="{FF2B5EF4-FFF2-40B4-BE49-F238E27FC236}">
                <a16:creationId xmlns:a16="http://schemas.microsoft.com/office/drawing/2014/main" id="{C8427BA5-6641-3859-A113-E8E90C26A25F}"/>
              </a:ext>
            </a:extLst>
          </p:cNvPr>
          <p:cNvSpPr txBox="1"/>
          <p:nvPr/>
        </p:nvSpPr>
        <p:spPr>
          <a:xfrm>
            <a:off x="4958293" y="1648420"/>
            <a:ext cx="3852000" cy="923330"/>
          </a:xfrm>
          <a:prstGeom prst="rect">
            <a:avLst/>
          </a:prstGeom>
          <a:noFill/>
        </p:spPr>
        <p:txBody>
          <a:bodyPr wrap="square">
            <a:spAutoFit/>
          </a:bodyPr>
          <a:lstStyle/>
          <a:p>
            <a:pPr algn="just"/>
            <a:r>
              <a:rPr lang="en-US" sz="1800"/>
              <a:t>Với mục tiêu x</a:t>
            </a:r>
            <a:r>
              <a:rPr lang="vi-VN" sz="1800"/>
              <a:t>ây dựng</a:t>
            </a:r>
            <a:r>
              <a:rPr lang="en-US" sz="1800"/>
              <a:t> </a:t>
            </a:r>
            <a:r>
              <a:rPr lang="vi-VN" sz="1800"/>
              <a:t>mô hình điều khiển linh hoạt, dễ triển khai và có khả năng ứng dụng</a:t>
            </a:r>
            <a:endParaRPr 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21">
          <a:extLst>
            <a:ext uri="{FF2B5EF4-FFF2-40B4-BE49-F238E27FC236}">
              <a16:creationId xmlns:a16="http://schemas.microsoft.com/office/drawing/2014/main" id="{3E922C2A-18D9-35A7-8E49-5811B3639D0F}"/>
            </a:ext>
          </a:extLst>
        </p:cNvPr>
        <p:cNvGrpSpPr/>
        <p:nvPr/>
      </p:nvGrpSpPr>
      <p:grpSpPr>
        <a:xfrm>
          <a:off x="0" y="0"/>
          <a:ext cx="0" cy="0"/>
          <a:chOff x="0" y="0"/>
          <a:chExt cx="0" cy="0"/>
        </a:xfrm>
      </p:grpSpPr>
      <p:sp>
        <p:nvSpPr>
          <p:cNvPr id="2122" name="Google Shape;2122;p54">
            <a:extLst>
              <a:ext uri="{FF2B5EF4-FFF2-40B4-BE49-F238E27FC236}">
                <a16:creationId xmlns:a16="http://schemas.microsoft.com/office/drawing/2014/main" id="{CBE97A6F-F857-0B75-268E-CB72EBF1DCA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II. Qui trình xử lí</a:t>
            </a:r>
            <a:endParaRPr/>
          </a:p>
        </p:txBody>
      </p:sp>
      <p:sp>
        <p:nvSpPr>
          <p:cNvPr id="2123" name="Google Shape;2123;p54">
            <a:extLst>
              <a:ext uri="{FF2B5EF4-FFF2-40B4-BE49-F238E27FC236}">
                <a16:creationId xmlns:a16="http://schemas.microsoft.com/office/drawing/2014/main" id="{ED952A50-4219-9E47-A116-C3CE3C418168}"/>
              </a:ext>
            </a:extLst>
          </p:cNvPr>
          <p:cNvSpPr txBox="1"/>
          <p:nvPr/>
        </p:nvSpPr>
        <p:spPr>
          <a:xfrm>
            <a:off x="3926241" y="1083411"/>
            <a:ext cx="43410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mj-lt"/>
                <a:ea typeface="Poppins"/>
                <a:cs typeface="Poppins"/>
                <a:sym typeface="Poppins"/>
              </a:rPr>
              <a:t>Ghi nhận hình ảnh bàn tay người làm đầu vào </a:t>
            </a:r>
            <a:endParaRPr>
              <a:solidFill>
                <a:schemeClr val="dk1"/>
              </a:solidFill>
              <a:latin typeface="+mj-lt"/>
              <a:ea typeface="Poppins"/>
              <a:cs typeface="Poppins"/>
              <a:sym typeface="Poppins"/>
            </a:endParaRPr>
          </a:p>
        </p:txBody>
      </p:sp>
      <p:sp>
        <p:nvSpPr>
          <p:cNvPr id="2124" name="Google Shape;2124;p54">
            <a:extLst>
              <a:ext uri="{FF2B5EF4-FFF2-40B4-BE49-F238E27FC236}">
                <a16:creationId xmlns:a16="http://schemas.microsoft.com/office/drawing/2014/main" id="{B775EA88-F5CE-E455-BD0F-52D05272FC6E}"/>
              </a:ext>
            </a:extLst>
          </p:cNvPr>
          <p:cNvSpPr txBox="1"/>
          <p:nvPr/>
        </p:nvSpPr>
        <p:spPr>
          <a:xfrm>
            <a:off x="1971943" y="1083225"/>
            <a:ext cx="1333532" cy="576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000" b="1">
                <a:solidFill>
                  <a:schemeClr val="dk1"/>
                </a:solidFill>
                <a:latin typeface="IBM Plex Mono"/>
                <a:ea typeface="IBM Plex Mono"/>
                <a:cs typeface="IBM Plex Mono"/>
                <a:sym typeface="IBM Plex Mono"/>
              </a:rPr>
              <a:t>Webcam </a:t>
            </a:r>
            <a:endParaRPr sz="2000" b="1">
              <a:solidFill>
                <a:schemeClr val="dk1"/>
              </a:solidFill>
              <a:latin typeface="IBM Plex Mono"/>
              <a:ea typeface="IBM Plex Mono"/>
              <a:cs typeface="IBM Plex Mono"/>
              <a:sym typeface="IBM Plex Mono"/>
            </a:endParaRPr>
          </a:p>
        </p:txBody>
      </p:sp>
      <p:sp>
        <p:nvSpPr>
          <p:cNvPr id="2125" name="Google Shape;2125;p54">
            <a:extLst>
              <a:ext uri="{FF2B5EF4-FFF2-40B4-BE49-F238E27FC236}">
                <a16:creationId xmlns:a16="http://schemas.microsoft.com/office/drawing/2014/main" id="{399E447C-9C0D-85B7-5BDD-4DF85C875B6D}"/>
              </a:ext>
            </a:extLst>
          </p:cNvPr>
          <p:cNvSpPr txBox="1"/>
          <p:nvPr/>
        </p:nvSpPr>
        <p:spPr>
          <a:xfrm>
            <a:off x="876762" y="1083226"/>
            <a:ext cx="722400" cy="576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3000" b="1">
                <a:solidFill>
                  <a:schemeClr val="dk2"/>
                </a:solidFill>
                <a:latin typeface="Poppins"/>
                <a:ea typeface="Poppins"/>
                <a:cs typeface="Poppins"/>
                <a:sym typeface="Poppins"/>
              </a:rPr>
              <a:t>01</a:t>
            </a:r>
            <a:endParaRPr sz="3000" b="1">
              <a:solidFill>
                <a:schemeClr val="dk2"/>
              </a:solidFill>
              <a:latin typeface="Poppins"/>
              <a:ea typeface="Poppins"/>
              <a:cs typeface="Poppins"/>
              <a:sym typeface="Poppins"/>
            </a:endParaRPr>
          </a:p>
        </p:txBody>
      </p:sp>
      <p:grpSp>
        <p:nvGrpSpPr>
          <p:cNvPr id="56" name="Group 55">
            <a:extLst>
              <a:ext uri="{FF2B5EF4-FFF2-40B4-BE49-F238E27FC236}">
                <a16:creationId xmlns:a16="http://schemas.microsoft.com/office/drawing/2014/main" id="{A3B6DE41-8959-1630-06BE-C71B43F54014}"/>
              </a:ext>
            </a:extLst>
          </p:cNvPr>
          <p:cNvGrpSpPr/>
          <p:nvPr/>
        </p:nvGrpSpPr>
        <p:grpSpPr>
          <a:xfrm>
            <a:off x="895454" y="1920843"/>
            <a:ext cx="7353092" cy="576001"/>
            <a:chOff x="914153" y="1829363"/>
            <a:chExt cx="7353092" cy="576001"/>
          </a:xfrm>
        </p:grpSpPr>
        <p:sp>
          <p:nvSpPr>
            <p:cNvPr id="2126" name="Google Shape;2126;p54">
              <a:extLst>
                <a:ext uri="{FF2B5EF4-FFF2-40B4-BE49-F238E27FC236}">
                  <a16:creationId xmlns:a16="http://schemas.microsoft.com/office/drawing/2014/main" id="{AC4D9D3A-AA1F-C0BD-DF95-D6B29914A3B1}"/>
                </a:ext>
              </a:extLst>
            </p:cNvPr>
            <p:cNvSpPr txBox="1"/>
            <p:nvPr/>
          </p:nvSpPr>
          <p:spPr>
            <a:xfrm>
              <a:off x="3926245" y="1832663"/>
              <a:ext cx="4341000" cy="572700"/>
            </a:xfrm>
            <a:prstGeom prst="rect">
              <a:avLst/>
            </a:prstGeom>
            <a:noFill/>
            <a:ln>
              <a:noFill/>
            </a:ln>
          </p:spPr>
          <p:txBody>
            <a:bodyPr spcFirstLastPara="1" wrap="square" lIns="91425" tIns="91425" rIns="91425" bIns="91425" anchor="t" anchorCtr="0">
              <a:noAutofit/>
            </a:bodyPr>
            <a:lstStyle/>
            <a:p>
              <a:pPr lvl="0">
                <a:lnSpc>
                  <a:spcPct val="115000"/>
                </a:lnSpc>
              </a:pPr>
              <a:r>
                <a:rPr lang="en-US"/>
                <a:t>H</a:t>
              </a:r>
              <a:r>
                <a:rPr lang="vi-VN"/>
                <a:t>ệ thống nhận diện bàn tay và trích xuất </a:t>
              </a:r>
              <a:r>
                <a:rPr lang="vi-VN" b="1"/>
                <a:t>điểm đặc trưng</a:t>
              </a:r>
              <a:r>
                <a:rPr lang="vi-VN"/>
                <a:t> của bàn tay trong mỗi khung hình.</a:t>
              </a:r>
              <a:endParaRPr b="1">
                <a:solidFill>
                  <a:schemeClr val="dk1"/>
                </a:solidFill>
                <a:latin typeface="Poppins"/>
                <a:ea typeface="Poppins"/>
                <a:cs typeface="Poppins"/>
                <a:sym typeface="Poppins"/>
              </a:endParaRPr>
            </a:p>
          </p:txBody>
        </p:sp>
        <p:sp>
          <p:nvSpPr>
            <p:cNvPr id="2127" name="Google Shape;2127;p54">
              <a:extLst>
                <a:ext uri="{FF2B5EF4-FFF2-40B4-BE49-F238E27FC236}">
                  <a16:creationId xmlns:a16="http://schemas.microsoft.com/office/drawing/2014/main" id="{BFB7BC95-8277-90D3-0E1B-CF267D19575D}"/>
                </a:ext>
              </a:extLst>
            </p:cNvPr>
            <p:cNvSpPr txBox="1"/>
            <p:nvPr/>
          </p:nvSpPr>
          <p:spPr>
            <a:xfrm>
              <a:off x="1971943" y="1829363"/>
              <a:ext cx="1427749" cy="576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000" b="1">
                  <a:solidFill>
                    <a:schemeClr val="dk1"/>
                  </a:solidFill>
                  <a:latin typeface="IBM Plex Mono"/>
                  <a:ea typeface="IBM Plex Mono"/>
                  <a:cs typeface="IBM Plex Mono"/>
                  <a:sym typeface="IBM Plex Mono"/>
                </a:rPr>
                <a:t>MediaPie Hands</a:t>
              </a:r>
              <a:endParaRPr sz="2000" b="1">
                <a:solidFill>
                  <a:schemeClr val="dk1"/>
                </a:solidFill>
                <a:latin typeface="IBM Plex Mono"/>
                <a:ea typeface="IBM Plex Mono"/>
                <a:cs typeface="IBM Plex Mono"/>
                <a:sym typeface="IBM Plex Mono"/>
              </a:endParaRPr>
            </a:p>
          </p:txBody>
        </p:sp>
        <p:sp>
          <p:nvSpPr>
            <p:cNvPr id="2128" name="Google Shape;2128;p54">
              <a:extLst>
                <a:ext uri="{FF2B5EF4-FFF2-40B4-BE49-F238E27FC236}">
                  <a16:creationId xmlns:a16="http://schemas.microsoft.com/office/drawing/2014/main" id="{02DBE4AB-5FC5-6DEC-2FE1-ABC514C5614E}"/>
                </a:ext>
              </a:extLst>
            </p:cNvPr>
            <p:cNvSpPr txBox="1"/>
            <p:nvPr/>
          </p:nvSpPr>
          <p:spPr>
            <a:xfrm>
              <a:off x="914153" y="1829364"/>
              <a:ext cx="722400" cy="576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3000" b="1">
                  <a:solidFill>
                    <a:schemeClr val="dk2"/>
                  </a:solidFill>
                  <a:latin typeface="Poppins"/>
                  <a:ea typeface="Poppins"/>
                  <a:cs typeface="Poppins"/>
                  <a:sym typeface="Poppins"/>
                </a:rPr>
                <a:t>02</a:t>
              </a:r>
              <a:endParaRPr sz="3000" b="1">
                <a:solidFill>
                  <a:schemeClr val="dk2"/>
                </a:solidFill>
                <a:latin typeface="Poppins"/>
                <a:ea typeface="Poppins"/>
                <a:cs typeface="Poppins"/>
                <a:sym typeface="Poppins"/>
              </a:endParaRPr>
            </a:p>
          </p:txBody>
        </p:sp>
      </p:grpSp>
      <p:sp>
        <p:nvSpPr>
          <p:cNvPr id="2129" name="Google Shape;2129;p54">
            <a:extLst>
              <a:ext uri="{FF2B5EF4-FFF2-40B4-BE49-F238E27FC236}">
                <a16:creationId xmlns:a16="http://schemas.microsoft.com/office/drawing/2014/main" id="{F0CDD8E2-DF81-EF50-EA4C-3CDEF1CC650B}"/>
              </a:ext>
            </a:extLst>
          </p:cNvPr>
          <p:cNvSpPr txBox="1"/>
          <p:nvPr/>
        </p:nvSpPr>
        <p:spPr>
          <a:xfrm>
            <a:off x="3926241" y="2934656"/>
            <a:ext cx="4341000" cy="572700"/>
          </a:xfrm>
          <a:prstGeom prst="rect">
            <a:avLst/>
          </a:prstGeom>
          <a:noFill/>
          <a:ln>
            <a:noFill/>
          </a:ln>
        </p:spPr>
        <p:txBody>
          <a:bodyPr spcFirstLastPara="1" wrap="square" lIns="91425" tIns="91425" rIns="91425" bIns="91425" anchor="t" anchorCtr="0">
            <a:noAutofit/>
          </a:bodyPr>
          <a:lstStyle/>
          <a:p>
            <a:pPr lvl="0">
              <a:lnSpc>
                <a:spcPct val="115000"/>
              </a:lnSpc>
            </a:pPr>
            <a:r>
              <a:rPr lang="vi-VN"/>
              <a:t>Dựa trên vị trí tương đối của các điểm đặc trưng, hệ thống phân tích trạng thái từng ngón để xác định </a:t>
            </a:r>
            <a:r>
              <a:rPr lang="vi-VN" b="1"/>
              <a:t>cử chỉ tay</a:t>
            </a:r>
            <a:r>
              <a:rPr lang="vi-VN"/>
              <a:t> tương ứng</a:t>
            </a:r>
            <a:endParaRPr>
              <a:solidFill>
                <a:schemeClr val="dk1"/>
              </a:solidFill>
              <a:latin typeface="Poppins"/>
              <a:ea typeface="Poppins"/>
              <a:cs typeface="Poppins"/>
              <a:sym typeface="Poppins"/>
            </a:endParaRPr>
          </a:p>
        </p:txBody>
      </p:sp>
      <p:sp>
        <p:nvSpPr>
          <p:cNvPr id="2130" name="Google Shape;2130;p54">
            <a:extLst>
              <a:ext uri="{FF2B5EF4-FFF2-40B4-BE49-F238E27FC236}">
                <a16:creationId xmlns:a16="http://schemas.microsoft.com/office/drawing/2014/main" id="{F9456927-D2C5-68EB-0F94-0532F71727C1}"/>
              </a:ext>
            </a:extLst>
          </p:cNvPr>
          <p:cNvSpPr txBox="1"/>
          <p:nvPr/>
        </p:nvSpPr>
        <p:spPr>
          <a:xfrm>
            <a:off x="1891168" y="2934656"/>
            <a:ext cx="1599471" cy="576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000" b="1">
                <a:solidFill>
                  <a:schemeClr val="dk1"/>
                </a:solidFill>
                <a:latin typeface="IBM Plex Mono"/>
                <a:ea typeface="IBM Plex Mono"/>
                <a:cs typeface="IBM Plex Mono"/>
                <a:sym typeface="IBM Plex Mono"/>
              </a:rPr>
              <a:t>Nhận diện cử chỉ </a:t>
            </a:r>
            <a:endParaRPr sz="2000" b="1">
              <a:solidFill>
                <a:schemeClr val="dk1"/>
              </a:solidFill>
              <a:latin typeface="IBM Plex Mono"/>
              <a:ea typeface="IBM Plex Mono"/>
              <a:cs typeface="IBM Plex Mono"/>
              <a:sym typeface="IBM Plex Mono"/>
            </a:endParaRPr>
          </a:p>
        </p:txBody>
      </p:sp>
      <p:sp>
        <p:nvSpPr>
          <p:cNvPr id="2131" name="Google Shape;2131;p54">
            <a:extLst>
              <a:ext uri="{FF2B5EF4-FFF2-40B4-BE49-F238E27FC236}">
                <a16:creationId xmlns:a16="http://schemas.microsoft.com/office/drawing/2014/main" id="{BA957973-576E-1692-8E05-A6A085409DED}"/>
              </a:ext>
            </a:extLst>
          </p:cNvPr>
          <p:cNvSpPr txBox="1"/>
          <p:nvPr/>
        </p:nvSpPr>
        <p:spPr>
          <a:xfrm>
            <a:off x="898229" y="2934655"/>
            <a:ext cx="722400" cy="576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3000" b="1">
                <a:solidFill>
                  <a:schemeClr val="dk2"/>
                </a:solidFill>
                <a:latin typeface="Poppins"/>
                <a:ea typeface="Poppins"/>
                <a:cs typeface="Poppins"/>
                <a:sym typeface="Poppins"/>
              </a:rPr>
              <a:t>03</a:t>
            </a:r>
            <a:endParaRPr sz="3000" b="1">
              <a:solidFill>
                <a:schemeClr val="dk2"/>
              </a:solidFill>
              <a:latin typeface="Poppins"/>
              <a:ea typeface="Poppins"/>
              <a:cs typeface="Poppins"/>
              <a:sym typeface="Poppins"/>
            </a:endParaRPr>
          </a:p>
        </p:txBody>
      </p:sp>
      <p:sp>
        <p:nvSpPr>
          <p:cNvPr id="2132" name="Google Shape;2132;p54">
            <a:extLst>
              <a:ext uri="{FF2B5EF4-FFF2-40B4-BE49-F238E27FC236}">
                <a16:creationId xmlns:a16="http://schemas.microsoft.com/office/drawing/2014/main" id="{5075AAD7-1558-F290-7D76-3340BCABD760}"/>
              </a:ext>
            </a:extLst>
          </p:cNvPr>
          <p:cNvSpPr txBox="1"/>
          <p:nvPr/>
        </p:nvSpPr>
        <p:spPr>
          <a:xfrm>
            <a:off x="3926241" y="4043850"/>
            <a:ext cx="4434784" cy="572700"/>
          </a:xfrm>
          <a:prstGeom prst="rect">
            <a:avLst/>
          </a:prstGeom>
          <a:noFill/>
          <a:ln>
            <a:noFill/>
          </a:ln>
        </p:spPr>
        <p:txBody>
          <a:bodyPr spcFirstLastPara="1" wrap="square" lIns="91425" tIns="91425" rIns="91425" bIns="91425" anchor="t" anchorCtr="0">
            <a:noAutofit/>
          </a:bodyPr>
          <a:lstStyle/>
          <a:p>
            <a:pPr lvl="0">
              <a:lnSpc>
                <a:spcPct val="115000"/>
              </a:lnSpc>
            </a:pPr>
            <a:r>
              <a:rPr lang="vi-VN"/>
              <a:t>Các cử chỉ sau khi được nhận dạng sẽ được ánh xạ sang </a:t>
            </a:r>
            <a:r>
              <a:rPr lang="vi-VN" b="1"/>
              <a:t>các lệnh điều khiển cụ thể</a:t>
            </a:r>
            <a:endParaRPr>
              <a:solidFill>
                <a:schemeClr val="dk1"/>
              </a:solidFill>
              <a:latin typeface="Poppins"/>
              <a:ea typeface="Poppins"/>
              <a:cs typeface="Poppins"/>
              <a:sym typeface="Poppins"/>
            </a:endParaRPr>
          </a:p>
        </p:txBody>
      </p:sp>
      <p:sp>
        <p:nvSpPr>
          <p:cNvPr id="2133" name="Google Shape;2133;p54">
            <a:extLst>
              <a:ext uri="{FF2B5EF4-FFF2-40B4-BE49-F238E27FC236}">
                <a16:creationId xmlns:a16="http://schemas.microsoft.com/office/drawing/2014/main" id="{80EBA9FB-9295-6960-A7A2-66DB0B152506}"/>
              </a:ext>
            </a:extLst>
          </p:cNvPr>
          <p:cNvSpPr txBox="1"/>
          <p:nvPr/>
        </p:nvSpPr>
        <p:spPr>
          <a:xfrm>
            <a:off x="1891168" y="4042200"/>
            <a:ext cx="1891477" cy="576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000" b="1">
                <a:solidFill>
                  <a:schemeClr val="dk1"/>
                </a:solidFill>
                <a:latin typeface="IBM Plex Mono"/>
                <a:ea typeface="IBM Plex Mono"/>
                <a:cs typeface="IBM Plex Mono"/>
                <a:sym typeface="IBM Plex Mono"/>
              </a:rPr>
              <a:t>Lệnh điều khiển</a:t>
            </a:r>
            <a:endParaRPr sz="2000" b="1">
              <a:solidFill>
                <a:schemeClr val="dk1"/>
              </a:solidFill>
              <a:latin typeface="IBM Plex Mono"/>
              <a:ea typeface="IBM Plex Mono"/>
              <a:cs typeface="IBM Plex Mono"/>
              <a:sym typeface="IBM Plex Mono"/>
            </a:endParaRPr>
          </a:p>
        </p:txBody>
      </p:sp>
      <p:sp>
        <p:nvSpPr>
          <p:cNvPr id="2134" name="Google Shape;2134;p54">
            <a:extLst>
              <a:ext uri="{FF2B5EF4-FFF2-40B4-BE49-F238E27FC236}">
                <a16:creationId xmlns:a16="http://schemas.microsoft.com/office/drawing/2014/main" id="{54E9D06F-A050-CAB4-5626-FB69168E2248}"/>
              </a:ext>
            </a:extLst>
          </p:cNvPr>
          <p:cNvSpPr txBox="1"/>
          <p:nvPr/>
        </p:nvSpPr>
        <p:spPr>
          <a:xfrm>
            <a:off x="911328" y="4042199"/>
            <a:ext cx="722400" cy="576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3000" b="1">
                <a:solidFill>
                  <a:schemeClr val="dk2"/>
                </a:solidFill>
                <a:latin typeface="Poppins"/>
                <a:ea typeface="Poppins"/>
                <a:cs typeface="Poppins"/>
                <a:sym typeface="Poppins"/>
              </a:rPr>
              <a:t>04</a:t>
            </a:r>
            <a:endParaRPr sz="3000" b="1">
              <a:solidFill>
                <a:schemeClr val="dk2"/>
              </a:solidFill>
              <a:latin typeface="Poppins"/>
              <a:ea typeface="Poppins"/>
              <a:cs typeface="Poppins"/>
              <a:sym typeface="Poppins"/>
            </a:endParaRPr>
          </a:p>
        </p:txBody>
      </p:sp>
      <p:cxnSp>
        <p:nvCxnSpPr>
          <p:cNvPr id="2135" name="Google Shape;2135;p54">
            <a:extLst>
              <a:ext uri="{FF2B5EF4-FFF2-40B4-BE49-F238E27FC236}">
                <a16:creationId xmlns:a16="http://schemas.microsoft.com/office/drawing/2014/main" id="{01CA3AD5-CFEF-DC42-11CB-DCF28C7E9015}"/>
              </a:ext>
            </a:extLst>
          </p:cNvPr>
          <p:cNvCxnSpPr>
            <a:cxnSpLocks/>
            <a:stCxn id="2125" idx="3"/>
            <a:endCxn id="2124" idx="1"/>
          </p:cNvCxnSpPr>
          <p:nvPr/>
        </p:nvCxnSpPr>
        <p:spPr>
          <a:xfrm flipV="1">
            <a:off x="1599162" y="1371225"/>
            <a:ext cx="372781" cy="1"/>
          </a:xfrm>
          <a:prstGeom prst="bentConnector3">
            <a:avLst>
              <a:gd name="adj1" fmla="val 50000"/>
            </a:avLst>
          </a:prstGeom>
          <a:noFill/>
          <a:ln w="9525" cap="flat" cmpd="sng">
            <a:solidFill>
              <a:schemeClr val="lt2"/>
            </a:solidFill>
            <a:prstDash val="solid"/>
            <a:round/>
            <a:headEnd type="none" w="med" len="med"/>
            <a:tailEnd type="none" w="med" len="med"/>
          </a:ln>
        </p:spPr>
      </p:cxnSp>
      <p:cxnSp>
        <p:nvCxnSpPr>
          <p:cNvPr id="2136" name="Google Shape;2136;p54">
            <a:extLst>
              <a:ext uri="{FF2B5EF4-FFF2-40B4-BE49-F238E27FC236}">
                <a16:creationId xmlns:a16="http://schemas.microsoft.com/office/drawing/2014/main" id="{F6B324D2-1640-3362-9594-8786FFF8EDC5}"/>
              </a:ext>
            </a:extLst>
          </p:cNvPr>
          <p:cNvCxnSpPr>
            <a:cxnSpLocks/>
            <a:stCxn id="2124" idx="3"/>
            <a:endCxn id="2123" idx="1"/>
          </p:cNvCxnSpPr>
          <p:nvPr/>
        </p:nvCxnSpPr>
        <p:spPr>
          <a:xfrm flipV="1">
            <a:off x="3305475" y="1369761"/>
            <a:ext cx="620766" cy="1464"/>
          </a:xfrm>
          <a:prstGeom prst="bentConnector3">
            <a:avLst>
              <a:gd name="adj1" fmla="val 50000"/>
            </a:avLst>
          </a:prstGeom>
          <a:noFill/>
          <a:ln w="9525" cap="flat" cmpd="sng">
            <a:solidFill>
              <a:schemeClr val="lt2"/>
            </a:solidFill>
            <a:prstDash val="solid"/>
            <a:round/>
            <a:headEnd type="none" w="med" len="med"/>
            <a:tailEnd type="oval" w="med" len="med"/>
          </a:ln>
        </p:spPr>
      </p:cxnSp>
      <p:cxnSp>
        <p:nvCxnSpPr>
          <p:cNvPr id="2137" name="Google Shape;2137;p54">
            <a:extLst>
              <a:ext uri="{FF2B5EF4-FFF2-40B4-BE49-F238E27FC236}">
                <a16:creationId xmlns:a16="http://schemas.microsoft.com/office/drawing/2014/main" id="{F289495D-D27E-A958-5438-788A76D09730}"/>
              </a:ext>
            </a:extLst>
          </p:cNvPr>
          <p:cNvCxnSpPr>
            <a:cxnSpLocks/>
            <a:stCxn id="2127" idx="3"/>
            <a:endCxn id="2126" idx="1"/>
          </p:cNvCxnSpPr>
          <p:nvPr/>
        </p:nvCxnSpPr>
        <p:spPr>
          <a:xfrm>
            <a:off x="3380993" y="2208843"/>
            <a:ext cx="526553" cy="1650"/>
          </a:xfrm>
          <a:prstGeom prst="bentConnector3">
            <a:avLst>
              <a:gd name="adj1" fmla="val 50000"/>
            </a:avLst>
          </a:prstGeom>
          <a:noFill/>
          <a:ln w="9525" cap="flat" cmpd="sng">
            <a:solidFill>
              <a:schemeClr val="lt2"/>
            </a:solidFill>
            <a:prstDash val="solid"/>
            <a:round/>
            <a:headEnd type="none" w="med" len="med"/>
            <a:tailEnd type="oval" w="med" len="med"/>
          </a:ln>
        </p:spPr>
      </p:cxnSp>
      <p:cxnSp>
        <p:nvCxnSpPr>
          <p:cNvPr id="2138" name="Google Shape;2138;p54">
            <a:extLst>
              <a:ext uri="{FF2B5EF4-FFF2-40B4-BE49-F238E27FC236}">
                <a16:creationId xmlns:a16="http://schemas.microsoft.com/office/drawing/2014/main" id="{294E7BCB-7C21-9E32-C985-AB9284B031B2}"/>
              </a:ext>
            </a:extLst>
          </p:cNvPr>
          <p:cNvCxnSpPr>
            <a:cxnSpLocks/>
            <a:stCxn id="2130" idx="3"/>
            <a:endCxn id="2129" idx="1"/>
          </p:cNvCxnSpPr>
          <p:nvPr/>
        </p:nvCxnSpPr>
        <p:spPr>
          <a:xfrm flipV="1">
            <a:off x="3490639" y="3221006"/>
            <a:ext cx="435602" cy="1650"/>
          </a:xfrm>
          <a:prstGeom prst="bentConnector3">
            <a:avLst>
              <a:gd name="adj1" fmla="val 50000"/>
            </a:avLst>
          </a:prstGeom>
          <a:noFill/>
          <a:ln w="9525" cap="flat" cmpd="sng">
            <a:solidFill>
              <a:schemeClr val="lt2"/>
            </a:solidFill>
            <a:prstDash val="solid"/>
            <a:round/>
            <a:headEnd type="none" w="med" len="med"/>
            <a:tailEnd type="oval" w="med" len="med"/>
          </a:ln>
        </p:spPr>
      </p:cxnSp>
      <p:cxnSp>
        <p:nvCxnSpPr>
          <p:cNvPr id="2139" name="Google Shape;2139;p54">
            <a:extLst>
              <a:ext uri="{FF2B5EF4-FFF2-40B4-BE49-F238E27FC236}">
                <a16:creationId xmlns:a16="http://schemas.microsoft.com/office/drawing/2014/main" id="{603C4A56-21CF-DD3D-A545-AEE0F6A0C426}"/>
              </a:ext>
            </a:extLst>
          </p:cNvPr>
          <p:cNvCxnSpPr>
            <a:cxnSpLocks/>
            <a:endCxn id="2132" idx="1"/>
          </p:cNvCxnSpPr>
          <p:nvPr/>
        </p:nvCxnSpPr>
        <p:spPr>
          <a:xfrm>
            <a:off x="3305725" y="4329600"/>
            <a:ext cx="620516" cy="600"/>
          </a:xfrm>
          <a:prstGeom prst="bentConnector3">
            <a:avLst>
              <a:gd name="adj1" fmla="val 50000"/>
            </a:avLst>
          </a:prstGeom>
          <a:noFill/>
          <a:ln w="9525" cap="flat" cmpd="sng">
            <a:solidFill>
              <a:schemeClr val="lt2"/>
            </a:solidFill>
            <a:prstDash val="solid"/>
            <a:round/>
            <a:headEnd type="none" w="med" len="med"/>
            <a:tailEnd type="oval" w="med" len="med"/>
          </a:ln>
        </p:spPr>
      </p:cxnSp>
      <p:cxnSp>
        <p:nvCxnSpPr>
          <p:cNvPr id="2140" name="Google Shape;2140;p54">
            <a:extLst>
              <a:ext uri="{FF2B5EF4-FFF2-40B4-BE49-F238E27FC236}">
                <a16:creationId xmlns:a16="http://schemas.microsoft.com/office/drawing/2014/main" id="{E27E6D12-C639-D380-93CE-CFA6C24E01A7}"/>
              </a:ext>
            </a:extLst>
          </p:cNvPr>
          <p:cNvCxnSpPr>
            <a:cxnSpLocks/>
            <a:stCxn id="2128" idx="3"/>
            <a:endCxn id="2127" idx="1"/>
          </p:cNvCxnSpPr>
          <p:nvPr/>
        </p:nvCxnSpPr>
        <p:spPr>
          <a:xfrm flipV="1">
            <a:off x="1617854" y="2208843"/>
            <a:ext cx="335390" cy="1"/>
          </a:xfrm>
          <a:prstGeom prst="bentConnector3">
            <a:avLst>
              <a:gd name="adj1" fmla="val 50000"/>
            </a:avLst>
          </a:prstGeom>
          <a:noFill/>
          <a:ln w="9525" cap="flat" cmpd="sng">
            <a:solidFill>
              <a:schemeClr val="lt2"/>
            </a:solidFill>
            <a:prstDash val="solid"/>
            <a:round/>
            <a:headEnd type="none" w="med" len="med"/>
            <a:tailEnd type="none" w="med" len="med"/>
          </a:ln>
        </p:spPr>
      </p:cxnSp>
      <p:cxnSp>
        <p:nvCxnSpPr>
          <p:cNvPr id="2141" name="Google Shape;2141;p54">
            <a:extLst>
              <a:ext uri="{FF2B5EF4-FFF2-40B4-BE49-F238E27FC236}">
                <a16:creationId xmlns:a16="http://schemas.microsoft.com/office/drawing/2014/main" id="{7602FDB3-D735-AE9F-8B96-73882A087C44}"/>
              </a:ext>
            </a:extLst>
          </p:cNvPr>
          <p:cNvCxnSpPr>
            <a:cxnSpLocks/>
            <a:stCxn id="2131" idx="3"/>
            <a:endCxn id="2130" idx="1"/>
          </p:cNvCxnSpPr>
          <p:nvPr/>
        </p:nvCxnSpPr>
        <p:spPr>
          <a:xfrm>
            <a:off x="1620629" y="3222655"/>
            <a:ext cx="270539" cy="1"/>
          </a:xfrm>
          <a:prstGeom prst="bentConnector3">
            <a:avLst>
              <a:gd name="adj1" fmla="val 50000"/>
            </a:avLst>
          </a:prstGeom>
          <a:noFill/>
          <a:ln w="9525" cap="flat" cmpd="sng">
            <a:solidFill>
              <a:schemeClr val="lt2"/>
            </a:solidFill>
            <a:prstDash val="solid"/>
            <a:round/>
            <a:headEnd type="none" w="med" len="med"/>
            <a:tailEnd type="none" w="med" len="med"/>
          </a:ln>
        </p:spPr>
      </p:cxnSp>
      <p:cxnSp>
        <p:nvCxnSpPr>
          <p:cNvPr id="2142" name="Google Shape;2142;p54">
            <a:extLst>
              <a:ext uri="{FF2B5EF4-FFF2-40B4-BE49-F238E27FC236}">
                <a16:creationId xmlns:a16="http://schemas.microsoft.com/office/drawing/2014/main" id="{13C267D4-399B-75DD-1D58-530CFCAA36B2}"/>
              </a:ext>
            </a:extLst>
          </p:cNvPr>
          <p:cNvCxnSpPr>
            <a:cxnSpLocks/>
            <a:stCxn id="2134" idx="3"/>
            <a:endCxn id="2133" idx="1"/>
          </p:cNvCxnSpPr>
          <p:nvPr/>
        </p:nvCxnSpPr>
        <p:spPr>
          <a:xfrm>
            <a:off x="1633728" y="4330199"/>
            <a:ext cx="257440" cy="1"/>
          </a:xfrm>
          <a:prstGeom prst="bentConnector3">
            <a:avLst>
              <a:gd name="adj1" fmla="val 50000"/>
            </a:avLst>
          </a:prstGeom>
          <a:noFill/>
          <a:ln w="9525" cap="flat" cmpd="sng">
            <a:solidFill>
              <a:schemeClr val="lt2"/>
            </a:solidFill>
            <a:prstDash val="solid"/>
            <a:round/>
            <a:headEnd type="none" w="med" len="med"/>
            <a:tailEnd type="none" w="med" len="med"/>
          </a:ln>
        </p:spPr>
      </p:cxnSp>
      <p:pic>
        <p:nvPicPr>
          <p:cNvPr id="2" name="Picture 2">
            <a:extLst>
              <a:ext uri="{FF2B5EF4-FFF2-40B4-BE49-F238E27FC236}">
                <a16:creationId xmlns:a16="http://schemas.microsoft.com/office/drawing/2014/main" id="{55A2EDF1-4F9E-1884-2852-219947C111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30" y="32084"/>
            <a:ext cx="529779" cy="529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7131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21"/>
        <p:cNvGrpSpPr/>
        <p:nvPr/>
      </p:nvGrpSpPr>
      <p:grpSpPr>
        <a:xfrm>
          <a:off x="0" y="0"/>
          <a:ext cx="0" cy="0"/>
          <a:chOff x="0" y="0"/>
          <a:chExt cx="0" cy="0"/>
        </a:xfrm>
      </p:grpSpPr>
      <p:sp>
        <p:nvSpPr>
          <p:cNvPr id="2122" name="Google Shape;2122;p5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II. Qui trình xử lí</a:t>
            </a:r>
            <a:endParaRPr/>
          </a:p>
        </p:txBody>
      </p:sp>
      <p:grpSp>
        <p:nvGrpSpPr>
          <p:cNvPr id="57" name="Group 56">
            <a:extLst>
              <a:ext uri="{FF2B5EF4-FFF2-40B4-BE49-F238E27FC236}">
                <a16:creationId xmlns:a16="http://schemas.microsoft.com/office/drawing/2014/main" id="{2173A859-09D4-E253-7004-E2B7154F9C45}"/>
              </a:ext>
            </a:extLst>
          </p:cNvPr>
          <p:cNvGrpSpPr/>
          <p:nvPr/>
        </p:nvGrpSpPr>
        <p:grpSpPr>
          <a:xfrm>
            <a:off x="895454" y="1632843"/>
            <a:ext cx="7353091" cy="576001"/>
            <a:chOff x="895454" y="1920843"/>
            <a:chExt cx="7353091" cy="576001"/>
          </a:xfrm>
        </p:grpSpPr>
        <p:grpSp>
          <p:nvGrpSpPr>
            <p:cNvPr id="56" name="Group 55">
              <a:extLst>
                <a:ext uri="{FF2B5EF4-FFF2-40B4-BE49-F238E27FC236}">
                  <a16:creationId xmlns:a16="http://schemas.microsoft.com/office/drawing/2014/main" id="{EC2AC91F-692B-34A4-14CE-C2B778FABC5D}"/>
                </a:ext>
              </a:extLst>
            </p:cNvPr>
            <p:cNvGrpSpPr/>
            <p:nvPr/>
          </p:nvGrpSpPr>
          <p:grpSpPr>
            <a:xfrm>
              <a:off x="895454" y="1920843"/>
              <a:ext cx="7353091" cy="576001"/>
              <a:chOff x="914153" y="1829363"/>
              <a:chExt cx="7353091" cy="576001"/>
            </a:xfrm>
          </p:grpSpPr>
          <p:sp>
            <p:nvSpPr>
              <p:cNvPr id="2126" name="Google Shape;2126;p54"/>
              <p:cNvSpPr txBox="1"/>
              <p:nvPr/>
            </p:nvSpPr>
            <p:spPr>
              <a:xfrm>
                <a:off x="4121775" y="1832663"/>
                <a:ext cx="4145469" cy="572700"/>
              </a:xfrm>
              <a:prstGeom prst="rect">
                <a:avLst/>
              </a:prstGeom>
              <a:noFill/>
              <a:ln>
                <a:noFill/>
              </a:ln>
            </p:spPr>
            <p:txBody>
              <a:bodyPr spcFirstLastPara="1" wrap="square" lIns="91425" tIns="91425" rIns="91425" bIns="91425" anchor="t" anchorCtr="0">
                <a:noAutofit/>
              </a:bodyPr>
              <a:lstStyle/>
              <a:p>
                <a:pPr lvl="0">
                  <a:lnSpc>
                    <a:spcPct val="115000"/>
                  </a:lnSpc>
                </a:pPr>
                <a:r>
                  <a:rPr lang="vi-VN"/>
                  <a:t>Hệ thống hiển thị tay máy ảo trên màn hình, được mô phỏng bằng </a:t>
                </a:r>
                <a:r>
                  <a:rPr lang="vi-VN" b="1"/>
                  <a:t>thư viện đồ họa Pygame</a:t>
                </a:r>
                <a:endParaRPr b="1">
                  <a:solidFill>
                    <a:schemeClr val="dk1"/>
                  </a:solidFill>
                  <a:latin typeface="Poppins"/>
                  <a:ea typeface="Poppins"/>
                  <a:cs typeface="Poppins"/>
                  <a:sym typeface="Poppins"/>
                </a:endParaRPr>
              </a:p>
            </p:txBody>
          </p:sp>
          <p:sp>
            <p:nvSpPr>
              <p:cNvPr id="2127" name="Google Shape;2127;p54"/>
              <p:cNvSpPr txBox="1"/>
              <p:nvPr/>
            </p:nvSpPr>
            <p:spPr>
              <a:xfrm>
                <a:off x="1971942" y="1829363"/>
                <a:ext cx="1743433" cy="576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000" b="1">
                    <a:solidFill>
                      <a:schemeClr val="dk1"/>
                    </a:solidFill>
                    <a:latin typeface="IBM Plex Mono"/>
                    <a:ea typeface="IBM Plex Mono"/>
                    <a:cs typeface="IBM Plex Mono"/>
                    <a:sym typeface="IBM Plex Mono"/>
                  </a:rPr>
                  <a:t>Mô phỏng tay máy ảo</a:t>
                </a:r>
                <a:endParaRPr sz="2000" b="1">
                  <a:solidFill>
                    <a:schemeClr val="dk1"/>
                  </a:solidFill>
                  <a:latin typeface="IBM Plex Mono"/>
                  <a:ea typeface="IBM Plex Mono"/>
                  <a:cs typeface="IBM Plex Mono"/>
                  <a:sym typeface="IBM Plex Mono"/>
                </a:endParaRPr>
              </a:p>
            </p:txBody>
          </p:sp>
          <p:sp>
            <p:nvSpPr>
              <p:cNvPr id="2128" name="Google Shape;2128;p54"/>
              <p:cNvSpPr txBox="1"/>
              <p:nvPr/>
            </p:nvSpPr>
            <p:spPr>
              <a:xfrm>
                <a:off x="914153" y="1829364"/>
                <a:ext cx="722400" cy="576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3000" b="1">
                    <a:solidFill>
                      <a:schemeClr val="dk2"/>
                    </a:solidFill>
                    <a:latin typeface="Poppins"/>
                    <a:ea typeface="Poppins"/>
                    <a:cs typeface="Poppins"/>
                    <a:sym typeface="Poppins"/>
                  </a:rPr>
                  <a:t>05</a:t>
                </a:r>
                <a:endParaRPr sz="3000" b="1">
                  <a:solidFill>
                    <a:schemeClr val="dk2"/>
                  </a:solidFill>
                  <a:latin typeface="Poppins"/>
                  <a:ea typeface="Poppins"/>
                  <a:cs typeface="Poppins"/>
                  <a:sym typeface="Poppins"/>
                </a:endParaRPr>
              </a:p>
            </p:txBody>
          </p:sp>
        </p:grpSp>
        <p:cxnSp>
          <p:nvCxnSpPr>
            <p:cNvPr id="2137" name="Google Shape;2137;p54"/>
            <p:cNvCxnSpPr>
              <a:cxnSpLocks/>
              <a:stCxn id="2127" idx="3"/>
              <a:endCxn id="2126" idx="1"/>
            </p:cNvCxnSpPr>
            <p:nvPr/>
          </p:nvCxnSpPr>
          <p:spPr>
            <a:xfrm>
              <a:off x="3696676" y="2208843"/>
              <a:ext cx="406400" cy="1650"/>
            </a:xfrm>
            <a:prstGeom prst="bentConnector3">
              <a:avLst>
                <a:gd name="adj1" fmla="val 50000"/>
              </a:avLst>
            </a:prstGeom>
            <a:noFill/>
            <a:ln w="9525" cap="flat" cmpd="sng">
              <a:solidFill>
                <a:schemeClr val="lt2"/>
              </a:solidFill>
              <a:prstDash val="solid"/>
              <a:round/>
              <a:headEnd type="none" w="med" len="med"/>
              <a:tailEnd type="oval" w="med" len="med"/>
            </a:ln>
          </p:spPr>
        </p:cxnSp>
        <p:cxnSp>
          <p:nvCxnSpPr>
            <p:cNvPr id="2140" name="Google Shape;2140;p54"/>
            <p:cNvCxnSpPr>
              <a:cxnSpLocks/>
              <a:stCxn id="2128" idx="3"/>
              <a:endCxn id="2127" idx="1"/>
            </p:cNvCxnSpPr>
            <p:nvPr/>
          </p:nvCxnSpPr>
          <p:spPr>
            <a:xfrm flipV="1">
              <a:off x="1617854" y="2208843"/>
              <a:ext cx="335389" cy="1"/>
            </a:xfrm>
            <a:prstGeom prst="bentConnector3">
              <a:avLst>
                <a:gd name="adj1" fmla="val 50000"/>
              </a:avLst>
            </a:prstGeom>
            <a:noFill/>
            <a:ln w="9525" cap="flat" cmpd="sng">
              <a:solidFill>
                <a:schemeClr val="lt2"/>
              </a:solidFill>
              <a:prstDash val="solid"/>
              <a:round/>
              <a:headEnd type="none" w="med" len="med"/>
              <a:tailEnd type="none" w="med" len="med"/>
            </a:ln>
          </p:spPr>
        </p:cxnSp>
      </p:grpSp>
      <p:grpSp>
        <p:nvGrpSpPr>
          <p:cNvPr id="2112" name="Group 2111">
            <a:extLst>
              <a:ext uri="{FF2B5EF4-FFF2-40B4-BE49-F238E27FC236}">
                <a16:creationId xmlns:a16="http://schemas.microsoft.com/office/drawing/2014/main" id="{1119BE77-DE7D-9682-8A9D-CFD29923B431}"/>
              </a:ext>
            </a:extLst>
          </p:cNvPr>
          <p:cNvGrpSpPr/>
          <p:nvPr/>
        </p:nvGrpSpPr>
        <p:grpSpPr>
          <a:xfrm>
            <a:off x="879533" y="3111961"/>
            <a:ext cx="7544466" cy="576001"/>
            <a:chOff x="898229" y="2934655"/>
            <a:chExt cx="7544466" cy="576001"/>
          </a:xfrm>
        </p:grpSpPr>
        <p:sp>
          <p:nvSpPr>
            <p:cNvPr id="2131" name="Google Shape;2131;p54"/>
            <p:cNvSpPr txBox="1"/>
            <p:nvPr/>
          </p:nvSpPr>
          <p:spPr>
            <a:xfrm>
              <a:off x="898229" y="2934655"/>
              <a:ext cx="722400" cy="5760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n" sz="3000" b="1">
                  <a:solidFill>
                    <a:schemeClr val="dk2"/>
                  </a:solidFill>
                  <a:latin typeface="Poppins"/>
                  <a:ea typeface="Poppins"/>
                  <a:cs typeface="Poppins"/>
                  <a:sym typeface="Poppins"/>
                </a:rPr>
                <a:t>06</a:t>
              </a:r>
              <a:endParaRPr sz="3000" b="1">
                <a:solidFill>
                  <a:schemeClr val="dk2"/>
                </a:solidFill>
                <a:latin typeface="Poppins"/>
                <a:ea typeface="Poppins"/>
                <a:cs typeface="Poppins"/>
                <a:sym typeface="Poppins"/>
              </a:endParaRPr>
            </a:p>
          </p:txBody>
        </p:sp>
        <p:grpSp>
          <p:nvGrpSpPr>
            <p:cNvPr id="63" name="Group 62">
              <a:extLst>
                <a:ext uri="{FF2B5EF4-FFF2-40B4-BE49-F238E27FC236}">
                  <a16:creationId xmlns:a16="http://schemas.microsoft.com/office/drawing/2014/main" id="{9103E9C9-DCB8-2C27-935D-2093307AB0FC}"/>
                </a:ext>
              </a:extLst>
            </p:cNvPr>
            <p:cNvGrpSpPr/>
            <p:nvPr/>
          </p:nvGrpSpPr>
          <p:grpSpPr>
            <a:xfrm>
              <a:off x="1620629" y="2934656"/>
              <a:ext cx="6822066" cy="576000"/>
              <a:chOff x="1620629" y="2934656"/>
              <a:chExt cx="6822066" cy="576000"/>
            </a:xfrm>
          </p:grpSpPr>
          <p:sp>
            <p:nvSpPr>
              <p:cNvPr id="2129" name="Google Shape;2129;p54"/>
              <p:cNvSpPr txBox="1"/>
              <p:nvPr/>
            </p:nvSpPr>
            <p:spPr>
              <a:xfrm>
                <a:off x="3926240" y="2934656"/>
                <a:ext cx="4516455" cy="572700"/>
              </a:xfrm>
              <a:prstGeom prst="rect">
                <a:avLst/>
              </a:prstGeom>
              <a:noFill/>
              <a:ln>
                <a:noFill/>
              </a:ln>
            </p:spPr>
            <p:txBody>
              <a:bodyPr spcFirstLastPara="1" wrap="square" lIns="91425" tIns="91425" rIns="91425" bIns="91425" anchor="t" anchorCtr="0">
                <a:noAutofit/>
              </a:bodyPr>
              <a:lstStyle/>
              <a:p>
                <a:pPr lvl="0">
                  <a:lnSpc>
                    <a:spcPct val="115000"/>
                  </a:lnSpc>
                </a:pPr>
                <a:r>
                  <a:rPr lang="vi-VN"/>
                  <a:t>Quá trình này lặp lại liên tục ở tốc độ cao để đảm bảo hệ thống phản hồi tức thời theo từng chuyển động của người dùng.</a:t>
                </a:r>
                <a:endParaRPr>
                  <a:solidFill>
                    <a:schemeClr val="dk1"/>
                  </a:solidFill>
                  <a:latin typeface="Poppins"/>
                  <a:ea typeface="Poppins"/>
                  <a:cs typeface="Poppins"/>
                  <a:sym typeface="Poppins"/>
                </a:endParaRPr>
              </a:p>
            </p:txBody>
          </p:sp>
          <p:sp>
            <p:nvSpPr>
              <p:cNvPr id="2130" name="Google Shape;2130;p54"/>
              <p:cNvSpPr txBox="1"/>
              <p:nvPr/>
            </p:nvSpPr>
            <p:spPr>
              <a:xfrm>
                <a:off x="1891168" y="2934656"/>
                <a:ext cx="1599471" cy="576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000" b="1">
                    <a:solidFill>
                      <a:schemeClr val="dk1"/>
                    </a:solidFill>
                    <a:latin typeface="IBM Plex Mono"/>
                    <a:ea typeface="IBM Plex Mono"/>
                    <a:cs typeface="IBM Plex Mono"/>
                    <a:sym typeface="IBM Plex Mono"/>
                  </a:rPr>
                  <a:t>Cập nhật theo thời gian thật</a:t>
                </a:r>
                <a:endParaRPr sz="2000" b="1">
                  <a:solidFill>
                    <a:schemeClr val="dk1"/>
                  </a:solidFill>
                  <a:latin typeface="IBM Plex Mono"/>
                  <a:ea typeface="IBM Plex Mono"/>
                  <a:cs typeface="IBM Plex Mono"/>
                  <a:sym typeface="IBM Plex Mono"/>
                </a:endParaRPr>
              </a:p>
            </p:txBody>
          </p:sp>
          <p:cxnSp>
            <p:nvCxnSpPr>
              <p:cNvPr id="2138" name="Google Shape;2138;p54"/>
              <p:cNvCxnSpPr>
                <a:cxnSpLocks/>
                <a:stCxn id="2130" idx="3"/>
                <a:endCxn id="2129" idx="1"/>
              </p:cNvCxnSpPr>
              <p:nvPr/>
            </p:nvCxnSpPr>
            <p:spPr>
              <a:xfrm flipV="1">
                <a:off x="3490639" y="3221006"/>
                <a:ext cx="435601" cy="1650"/>
              </a:xfrm>
              <a:prstGeom prst="bentConnector3">
                <a:avLst>
                  <a:gd name="adj1" fmla="val 50000"/>
                </a:avLst>
              </a:prstGeom>
              <a:noFill/>
              <a:ln w="9525" cap="flat" cmpd="sng">
                <a:solidFill>
                  <a:schemeClr val="lt2"/>
                </a:solidFill>
                <a:prstDash val="solid"/>
                <a:round/>
                <a:headEnd type="none" w="med" len="med"/>
                <a:tailEnd type="oval" w="med" len="med"/>
              </a:ln>
            </p:spPr>
          </p:cxnSp>
          <p:cxnSp>
            <p:nvCxnSpPr>
              <p:cNvPr id="2141" name="Google Shape;2141;p54"/>
              <p:cNvCxnSpPr>
                <a:cxnSpLocks/>
                <a:stCxn id="2131" idx="3"/>
                <a:endCxn id="2130" idx="1"/>
              </p:cNvCxnSpPr>
              <p:nvPr/>
            </p:nvCxnSpPr>
            <p:spPr>
              <a:xfrm>
                <a:off x="1620629" y="3222655"/>
                <a:ext cx="270539" cy="1"/>
              </a:xfrm>
              <a:prstGeom prst="bentConnector3">
                <a:avLst>
                  <a:gd name="adj1" fmla="val 50000"/>
                </a:avLst>
              </a:prstGeom>
              <a:noFill/>
              <a:ln w="9525" cap="flat" cmpd="sng">
                <a:solidFill>
                  <a:schemeClr val="lt2"/>
                </a:solidFill>
                <a:prstDash val="solid"/>
                <a:round/>
                <a:headEnd type="none" w="med" len="med"/>
                <a:tailEnd type="none" w="med" len="med"/>
              </a:ln>
            </p:spPr>
          </p:cxnSp>
        </p:grpSp>
      </p:grpSp>
      <p:pic>
        <p:nvPicPr>
          <p:cNvPr id="2" name="Picture 2">
            <a:extLst>
              <a:ext uri="{FF2B5EF4-FFF2-40B4-BE49-F238E27FC236}">
                <a16:creationId xmlns:a16="http://schemas.microsoft.com/office/drawing/2014/main" id="{3B4D935F-A5EC-29CF-38EA-0714BDFE10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30" y="32084"/>
            <a:ext cx="529779" cy="529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5340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1"/>
        <p:cNvGrpSpPr/>
        <p:nvPr/>
      </p:nvGrpSpPr>
      <p:grpSpPr>
        <a:xfrm>
          <a:off x="0" y="0"/>
          <a:ext cx="0" cy="0"/>
          <a:chOff x="0" y="0"/>
          <a:chExt cx="0" cy="0"/>
        </a:xfrm>
      </p:grpSpPr>
      <p:sp>
        <p:nvSpPr>
          <p:cNvPr id="1734" name="Google Shape;1734;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III. Các nghiên cứu liên quan</a:t>
            </a:r>
            <a:endParaRPr/>
          </a:p>
        </p:txBody>
      </p:sp>
      <p:pic>
        <p:nvPicPr>
          <p:cNvPr id="2" name="Picture 2">
            <a:extLst>
              <a:ext uri="{FF2B5EF4-FFF2-40B4-BE49-F238E27FC236}">
                <a16:creationId xmlns:a16="http://schemas.microsoft.com/office/drawing/2014/main" id="{9BA88419-506E-403B-A302-94A7379A8A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30" y="32084"/>
            <a:ext cx="529779" cy="529779"/>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2074;p51">
            <a:extLst>
              <a:ext uri="{FF2B5EF4-FFF2-40B4-BE49-F238E27FC236}">
                <a16:creationId xmlns:a16="http://schemas.microsoft.com/office/drawing/2014/main" id="{A53C1357-D6C7-B810-086E-4EFF2929E338}"/>
              </a:ext>
            </a:extLst>
          </p:cNvPr>
          <p:cNvSpPr txBox="1">
            <a:spLocks noGrp="1"/>
          </p:cNvSpPr>
          <p:nvPr>
            <p:ph type="subTitle" idx="1"/>
          </p:nvPr>
        </p:nvSpPr>
        <p:spPr>
          <a:xfrm>
            <a:off x="713225" y="1160775"/>
            <a:ext cx="7782098" cy="3455700"/>
          </a:xfrm>
          <a:prstGeom prst="rect">
            <a:avLst/>
          </a:prstGeom>
        </p:spPr>
        <p:txBody>
          <a:bodyPr spcFirstLastPara="1" wrap="square" lIns="91425" tIns="91425" rIns="91425" bIns="91425" anchor="t" anchorCtr="0">
            <a:noAutofit/>
          </a:bodyPr>
          <a:lstStyle/>
          <a:p>
            <a:pPr marL="0" lvl="0" indent="0"/>
            <a:r>
              <a:rPr lang="en" sz="2000" b="1">
                <a:latin typeface="+mj-lt"/>
                <a:ea typeface="IBM Plex Mono"/>
                <a:cs typeface="IBM Plex Mono"/>
                <a:sym typeface="IBM Plex Mono"/>
              </a:rPr>
              <a:t>1.</a:t>
            </a:r>
            <a:r>
              <a:rPr lang="vi-VN" sz="2000">
                <a:latin typeface="+mj-lt"/>
              </a:rPr>
              <a:t> </a:t>
            </a:r>
            <a:r>
              <a:rPr lang="en-US" sz="2000" b="1">
                <a:latin typeface="+mj-lt"/>
              </a:rPr>
              <a:t>N</a:t>
            </a:r>
            <a:r>
              <a:rPr lang="vi-VN" sz="2000" b="1">
                <a:latin typeface="+mj-lt"/>
              </a:rPr>
              <a:t>hận dạng cử chỉ bàn tay dùng mạng nơ-ron chập </a:t>
            </a:r>
            <a:endParaRPr sz="2000" b="1">
              <a:latin typeface="+mj-lt"/>
              <a:ea typeface="IBM Plex Mono"/>
              <a:cs typeface="IBM Plex Mono"/>
              <a:sym typeface="IBM Plex Mono"/>
            </a:endParaRPr>
          </a:p>
          <a:p>
            <a:pPr marL="0" lvl="0" indent="0">
              <a:lnSpc>
                <a:spcPct val="200000"/>
              </a:lnSpc>
            </a:pPr>
            <a:r>
              <a:rPr lang="en-US" b="1">
                <a:latin typeface="+mj-lt"/>
              </a:rPr>
              <a:t>Tác giả: </a:t>
            </a:r>
            <a:r>
              <a:rPr lang="vi-VN">
                <a:latin typeface="+mn-lt"/>
              </a:rPr>
              <a:t>Trương Ngọc Sơn, Lê Minh Thành etc</a:t>
            </a:r>
            <a:endParaRPr lang="en-US">
              <a:latin typeface="+mn-lt"/>
            </a:endParaRPr>
          </a:p>
          <a:p>
            <a:pPr marL="0" indent="0">
              <a:lnSpc>
                <a:spcPct val="200000"/>
              </a:lnSpc>
            </a:pPr>
            <a:r>
              <a:rPr lang="en-US" b="1">
                <a:latin typeface="+mj-lt"/>
              </a:rPr>
              <a:t>Nguồn</a:t>
            </a:r>
            <a:r>
              <a:rPr lang="vi-VN" b="1">
                <a:latin typeface="+mj-lt"/>
              </a:rPr>
              <a:t>: </a:t>
            </a:r>
            <a:r>
              <a:rPr lang="en-US">
                <a:latin typeface="+mj-lt"/>
              </a:rPr>
              <a:t>Tạp chí Khoa học và Công nghệ – Đại học Đà Nẵng</a:t>
            </a:r>
            <a:endParaRPr b="1">
              <a:latin typeface="+mj-lt"/>
            </a:endParaRPr>
          </a:p>
          <a:p>
            <a:pPr lvl="0" indent="0" algn="just">
              <a:lnSpc>
                <a:spcPct val="150000"/>
              </a:lnSpc>
            </a:pPr>
            <a:r>
              <a:rPr lang="vi-VN" sz="1500">
                <a:latin typeface="+mn-lt"/>
              </a:rPr>
              <a:t>Đề tài xây dựng hệ thống nhận dạng 6 cử chỉ của bàn tay phải từ ảnh tĩnh thu được qua camera điện thoại. Mô hình sử dụng </a:t>
            </a:r>
            <a:r>
              <a:rPr lang="vi-VN" sz="1500" b="1">
                <a:latin typeface="+mn-lt"/>
              </a:rPr>
              <a:t>mạng nơ-ron tích chập (CNN) </a:t>
            </a:r>
            <a:r>
              <a:rPr lang="vi-VN" sz="1500">
                <a:latin typeface="+mn-lt"/>
              </a:rPr>
              <a:t>gồm 14 lớp để trích xuất đặc trưng và phân loại cử chỉ. Hệ thống đạt độ chính xác trung bình </a:t>
            </a:r>
            <a:r>
              <a:rPr lang="vi-VN" sz="1500" b="1">
                <a:latin typeface="+mn-lt"/>
              </a:rPr>
              <a:t>98,6%</a:t>
            </a:r>
            <a:r>
              <a:rPr lang="vi-VN" sz="1500">
                <a:latin typeface="+mn-lt"/>
              </a:rPr>
              <a:t>, với độ lệch nhỏ giữa các lớp cử chỉ, cho thấy tính ổn định và hiệu quả cao của mô hình.</a:t>
            </a:r>
            <a:endParaRPr lang="en-US" sz="1500">
              <a:latin typeface="+mn-lt"/>
            </a:endParaRPr>
          </a:p>
          <a:p>
            <a:pPr marL="0" lvl="0" indent="0" algn="just">
              <a:lnSpc>
                <a:spcPct val="150000"/>
              </a:lnSpc>
            </a:pPr>
            <a:r>
              <a:rPr lang="en-US" sz="1500" b="1">
                <a:latin typeface="+mn-lt"/>
              </a:rPr>
              <a:t>Link</a:t>
            </a:r>
            <a:r>
              <a:rPr lang="en-US" sz="1500">
                <a:latin typeface="+mn-lt"/>
              </a:rPr>
              <a:t>: https://jst-ud.vn/jst-ud/article/view/7427/5286 </a:t>
            </a:r>
            <a:endParaRPr sz="1500">
              <a:latin typeface="+mn-lt"/>
            </a:endParaRPr>
          </a:p>
          <a:p>
            <a:pPr marL="457200" lvl="0" indent="0" algn="l" rtl="0">
              <a:spcBef>
                <a:spcPts val="1000"/>
              </a:spcBef>
              <a:spcAft>
                <a:spcPts val="0"/>
              </a:spcAft>
              <a:buNone/>
            </a:pPr>
            <a:endParaRPr>
              <a:latin typeface="+mj-lt"/>
            </a:endParaRPr>
          </a:p>
          <a:p>
            <a:pPr marL="457200" lvl="0" indent="0" algn="l" rtl="0">
              <a:spcBef>
                <a:spcPts val="1000"/>
              </a:spcBef>
              <a:spcAft>
                <a:spcPts val="0"/>
              </a:spcAft>
              <a:buNone/>
            </a:pPr>
            <a:endParaRPr>
              <a:latin typeface="+mj-lt"/>
            </a:endParaRPr>
          </a:p>
          <a:p>
            <a:pPr marL="457200" lvl="0" indent="0" algn="l" rtl="0">
              <a:spcBef>
                <a:spcPts val="1000"/>
              </a:spcBef>
              <a:spcAft>
                <a:spcPts val="1000"/>
              </a:spcAft>
              <a:buNone/>
            </a:pPr>
            <a:endParaRPr>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1">
          <a:extLst>
            <a:ext uri="{FF2B5EF4-FFF2-40B4-BE49-F238E27FC236}">
              <a16:creationId xmlns:a16="http://schemas.microsoft.com/office/drawing/2014/main" id="{70C0CD8B-5892-9008-B47D-B287CBAFF29B}"/>
            </a:ext>
          </a:extLst>
        </p:cNvPr>
        <p:cNvGrpSpPr/>
        <p:nvPr/>
      </p:nvGrpSpPr>
      <p:grpSpPr>
        <a:xfrm>
          <a:off x="0" y="0"/>
          <a:ext cx="0" cy="0"/>
          <a:chOff x="0" y="0"/>
          <a:chExt cx="0" cy="0"/>
        </a:xfrm>
      </p:grpSpPr>
      <p:sp>
        <p:nvSpPr>
          <p:cNvPr id="1734" name="Google Shape;1734;p43">
            <a:extLst>
              <a:ext uri="{FF2B5EF4-FFF2-40B4-BE49-F238E27FC236}">
                <a16:creationId xmlns:a16="http://schemas.microsoft.com/office/drawing/2014/main" id="{7B1F51A1-D99F-DD51-DF82-CB77FB7CDEC1}"/>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III. Các nghiên cứu liên quan</a:t>
            </a:r>
            <a:endParaRPr/>
          </a:p>
        </p:txBody>
      </p:sp>
      <p:pic>
        <p:nvPicPr>
          <p:cNvPr id="2" name="Picture 2">
            <a:extLst>
              <a:ext uri="{FF2B5EF4-FFF2-40B4-BE49-F238E27FC236}">
                <a16:creationId xmlns:a16="http://schemas.microsoft.com/office/drawing/2014/main" id="{DE81E1A5-BED4-3A64-371F-0BA57697DF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30" y="32084"/>
            <a:ext cx="529779" cy="529779"/>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2074;p51">
            <a:extLst>
              <a:ext uri="{FF2B5EF4-FFF2-40B4-BE49-F238E27FC236}">
                <a16:creationId xmlns:a16="http://schemas.microsoft.com/office/drawing/2014/main" id="{EF38C7CF-F635-8543-6256-408D5A901D25}"/>
              </a:ext>
            </a:extLst>
          </p:cNvPr>
          <p:cNvSpPr txBox="1">
            <a:spLocks noGrp="1"/>
          </p:cNvSpPr>
          <p:nvPr>
            <p:ph type="subTitle" idx="1"/>
          </p:nvPr>
        </p:nvSpPr>
        <p:spPr>
          <a:xfrm>
            <a:off x="713225" y="1160775"/>
            <a:ext cx="7782098" cy="3455700"/>
          </a:xfrm>
          <a:prstGeom prst="rect">
            <a:avLst/>
          </a:prstGeom>
        </p:spPr>
        <p:txBody>
          <a:bodyPr spcFirstLastPara="1" wrap="square" lIns="91425" tIns="91425" rIns="91425" bIns="91425" anchor="t" anchorCtr="0">
            <a:noAutofit/>
          </a:bodyPr>
          <a:lstStyle/>
          <a:p>
            <a:pPr marL="0" lvl="0" indent="0"/>
            <a:r>
              <a:rPr lang="en" sz="2000" b="1">
                <a:latin typeface="+mj-lt"/>
                <a:ea typeface="IBM Plex Mono"/>
                <a:cs typeface="IBM Plex Mono"/>
                <a:sym typeface="IBM Plex Mono"/>
              </a:rPr>
              <a:t>2.</a:t>
            </a:r>
            <a:r>
              <a:rPr lang="vi-VN" sz="2000">
                <a:latin typeface="+mj-lt"/>
              </a:rPr>
              <a:t> </a:t>
            </a:r>
            <a:r>
              <a:rPr lang="en-US" sz="2000" b="1">
                <a:latin typeface="+mj-lt"/>
              </a:rPr>
              <a:t>Hệ thống hỗ trợ giảng dạy bằng công nghệ nhận dạng bằng cử chỉ</a:t>
            </a:r>
            <a:endParaRPr sz="2000" b="1">
              <a:latin typeface="+mj-lt"/>
              <a:sym typeface="IBM Plex Mono"/>
            </a:endParaRPr>
          </a:p>
          <a:p>
            <a:pPr marL="0" lvl="0" indent="0">
              <a:lnSpc>
                <a:spcPct val="200000"/>
              </a:lnSpc>
            </a:pPr>
            <a:r>
              <a:rPr lang="en-US" b="1">
                <a:latin typeface="+mj-lt"/>
              </a:rPr>
              <a:t>Tác giả: </a:t>
            </a:r>
            <a:r>
              <a:rPr lang="en-US">
                <a:latin typeface="+mj-lt"/>
              </a:rPr>
              <a:t>Huỳnh Ngọc Thái Anh, Phạm Nguyên Hoàng</a:t>
            </a:r>
          </a:p>
          <a:p>
            <a:pPr marL="0" lvl="0" indent="0">
              <a:lnSpc>
                <a:spcPct val="200000"/>
              </a:lnSpc>
            </a:pPr>
            <a:r>
              <a:rPr lang="en-US" b="1">
                <a:latin typeface="+mj-lt"/>
              </a:rPr>
              <a:t>Nguồn</a:t>
            </a:r>
            <a:r>
              <a:rPr lang="vi-VN" b="1">
                <a:latin typeface="+mj-lt"/>
              </a:rPr>
              <a:t>: </a:t>
            </a:r>
            <a:r>
              <a:rPr lang="vi-VN">
                <a:latin typeface="+mn-lt"/>
              </a:rPr>
              <a:t>Tạp chí Khoa học – Trường Đại học Cần Thơ</a:t>
            </a:r>
            <a:endParaRPr>
              <a:latin typeface="+mn-lt"/>
            </a:endParaRPr>
          </a:p>
          <a:p>
            <a:pPr indent="0" algn="just">
              <a:lnSpc>
                <a:spcPct val="150000"/>
              </a:lnSpc>
            </a:pPr>
            <a:r>
              <a:rPr lang="vi-VN" sz="1500">
                <a:latin typeface="+mn-lt"/>
              </a:rPr>
              <a:t>Hệ thống sử dụng </a:t>
            </a:r>
            <a:r>
              <a:rPr lang="vi-VN" sz="1500" b="1">
                <a:latin typeface="+mn-lt"/>
              </a:rPr>
              <a:t>Kinect + Light Coding </a:t>
            </a:r>
            <a:r>
              <a:rPr lang="vi-VN" sz="1500">
                <a:latin typeface="+mn-lt"/>
              </a:rPr>
              <a:t>để nhận dạng cử chỉ tay, hỗ trợ điều khiển PowerPoint (chuyển slide, thu phóng, ghi chú, con trỏ laser, thoát trình chiếu). Độ chính xác đạt </a:t>
            </a:r>
            <a:r>
              <a:rPr lang="vi-VN" sz="1500" b="1">
                <a:latin typeface="+mn-lt"/>
              </a:rPr>
              <a:t>87–96%, </a:t>
            </a:r>
            <a:r>
              <a:rPr lang="vi-VN" sz="1500">
                <a:latin typeface="+mn-lt"/>
              </a:rPr>
              <a:t>giảm do ảnh hưởng của điều kiện ánh sáng và môi trường.</a:t>
            </a:r>
            <a:endParaRPr sz="1500">
              <a:latin typeface="+mn-lt"/>
            </a:endParaRPr>
          </a:p>
          <a:p>
            <a:pPr marL="0" lvl="0" indent="0">
              <a:spcBef>
                <a:spcPts val="1000"/>
              </a:spcBef>
              <a:spcAft>
                <a:spcPts val="1000"/>
              </a:spcAft>
            </a:pPr>
            <a:r>
              <a:rPr lang="en-US" b="1">
                <a:latin typeface="+mj-lt"/>
              </a:rPr>
              <a:t>Link</a:t>
            </a:r>
            <a:r>
              <a:rPr lang="en-US">
                <a:latin typeface="+mj-lt"/>
              </a:rPr>
              <a:t>: https://ctujsvn.ctu.edu.vn/index.php/ctujsvn/article/view/2221/1598 </a:t>
            </a:r>
            <a:endParaRPr lang="en-US" b="1">
              <a:latin typeface="+mj-lt"/>
            </a:endParaRPr>
          </a:p>
        </p:txBody>
      </p:sp>
    </p:spTree>
    <p:extLst>
      <p:ext uri="{BB962C8B-B14F-4D97-AF65-F5344CB8AC3E}">
        <p14:creationId xmlns:p14="http://schemas.microsoft.com/office/powerpoint/2010/main" val="1413328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1">
          <a:extLst>
            <a:ext uri="{FF2B5EF4-FFF2-40B4-BE49-F238E27FC236}">
              <a16:creationId xmlns:a16="http://schemas.microsoft.com/office/drawing/2014/main" id="{E1548E4C-8D3F-2B56-8350-69C8760BB005}"/>
            </a:ext>
          </a:extLst>
        </p:cNvPr>
        <p:cNvGrpSpPr/>
        <p:nvPr/>
      </p:nvGrpSpPr>
      <p:grpSpPr>
        <a:xfrm>
          <a:off x="0" y="0"/>
          <a:ext cx="0" cy="0"/>
          <a:chOff x="0" y="0"/>
          <a:chExt cx="0" cy="0"/>
        </a:xfrm>
      </p:grpSpPr>
      <p:sp>
        <p:nvSpPr>
          <p:cNvPr id="1734" name="Google Shape;1734;p43">
            <a:extLst>
              <a:ext uri="{FF2B5EF4-FFF2-40B4-BE49-F238E27FC236}">
                <a16:creationId xmlns:a16="http://schemas.microsoft.com/office/drawing/2014/main" id="{2D9C3095-5B2D-31FE-FDDB-48F5AA8BE332}"/>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III. Các nghiên cứu liên quan</a:t>
            </a:r>
            <a:endParaRPr/>
          </a:p>
        </p:txBody>
      </p:sp>
      <p:pic>
        <p:nvPicPr>
          <p:cNvPr id="2" name="Picture 2">
            <a:extLst>
              <a:ext uri="{FF2B5EF4-FFF2-40B4-BE49-F238E27FC236}">
                <a16:creationId xmlns:a16="http://schemas.microsoft.com/office/drawing/2014/main" id="{809D8E53-6A55-15A0-AE78-34BE48797C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30" y="32084"/>
            <a:ext cx="529779" cy="529779"/>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2074;p51">
            <a:extLst>
              <a:ext uri="{FF2B5EF4-FFF2-40B4-BE49-F238E27FC236}">
                <a16:creationId xmlns:a16="http://schemas.microsoft.com/office/drawing/2014/main" id="{1161D239-5FDE-0D8A-16E1-7BE40C5658C2}"/>
              </a:ext>
            </a:extLst>
          </p:cNvPr>
          <p:cNvSpPr txBox="1">
            <a:spLocks noGrp="1"/>
          </p:cNvSpPr>
          <p:nvPr>
            <p:ph type="subTitle" idx="1"/>
          </p:nvPr>
        </p:nvSpPr>
        <p:spPr>
          <a:xfrm>
            <a:off x="713225" y="1160775"/>
            <a:ext cx="7782098" cy="3455700"/>
          </a:xfrm>
          <a:prstGeom prst="rect">
            <a:avLst/>
          </a:prstGeom>
        </p:spPr>
        <p:txBody>
          <a:bodyPr spcFirstLastPara="1" wrap="square" lIns="91425" tIns="91425" rIns="91425" bIns="91425" anchor="t" anchorCtr="0">
            <a:noAutofit/>
          </a:bodyPr>
          <a:lstStyle/>
          <a:p>
            <a:pPr marL="0" lvl="0" indent="0"/>
            <a:r>
              <a:rPr lang="en" sz="2000" b="1">
                <a:latin typeface="+mj-lt"/>
                <a:ea typeface="IBM Plex Mono"/>
                <a:cs typeface="IBM Plex Mono"/>
                <a:sym typeface="IBM Plex Mono"/>
              </a:rPr>
              <a:t>3.</a:t>
            </a:r>
            <a:r>
              <a:rPr lang="vi-VN" sz="2000">
                <a:latin typeface="+mj-lt"/>
              </a:rPr>
              <a:t> </a:t>
            </a:r>
            <a:r>
              <a:rPr lang="en-US" sz="2000" b="1">
                <a:latin typeface="+mj-lt"/>
              </a:rPr>
              <a:t>Ứng dụng xử lý ảnh nhận dạng cử chỉ bàn tay điều khiển Robot di động</a:t>
            </a:r>
            <a:endParaRPr lang="en-US" sz="2000" b="1">
              <a:latin typeface="+mj-lt"/>
              <a:sym typeface="IBM Plex Mono"/>
            </a:endParaRPr>
          </a:p>
          <a:p>
            <a:pPr marL="0" lvl="0" indent="0">
              <a:lnSpc>
                <a:spcPct val="200000"/>
              </a:lnSpc>
            </a:pPr>
            <a:r>
              <a:rPr lang="en-US" b="1">
                <a:latin typeface="+mj-lt"/>
              </a:rPr>
              <a:t>Tác giả: </a:t>
            </a:r>
            <a:r>
              <a:rPr lang="en-US">
                <a:latin typeface="+mj-lt"/>
              </a:rPr>
              <a:t>Nguyễn Văn Đạt </a:t>
            </a:r>
          </a:p>
          <a:p>
            <a:pPr marL="0" lvl="0" indent="0">
              <a:lnSpc>
                <a:spcPct val="200000"/>
              </a:lnSpc>
            </a:pPr>
            <a:r>
              <a:rPr lang="en-US" b="1">
                <a:latin typeface="+mj-lt"/>
              </a:rPr>
              <a:t>Nguồn</a:t>
            </a:r>
            <a:r>
              <a:rPr lang="vi-VN" b="1">
                <a:latin typeface="+mj-lt"/>
              </a:rPr>
              <a:t>: </a:t>
            </a:r>
            <a:r>
              <a:rPr lang="en-US">
                <a:latin typeface="+mj-lt"/>
              </a:rPr>
              <a:t>Luận văn tốt nghiệp – Đại học Công nghiệp Thực phẩm TP.HCM</a:t>
            </a:r>
            <a:endParaRPr>
              <a:latin typeface="+mj-lt"/>
            </a:endParaRPr>
          </a:p>
          <a:p>
            <a:pPr lvl="0" indent="0" algn="just">
              <a:lnSpc>
                <a:spcPct val="150000"/>
              </a:lnSpc>
            </a:pPr>
            <a:r>
              <a:rPr lang="vi-VN" sz="1500">
                <a:latin typeface="+mn-lt"/>
              </a:rPr>
              <a:t>Hệ thống sử dụng </a:t>
            </a:r>
            <a:r>
              <a:rPr lang="vi-VN" sz="1500" b="1">
                <a:latin typeface="+mn-lt"/>
              </a:rPr>
              <a:t>webcam và xử lý ảnh </a:t>
            </a:r>
            <a:r>
              <a:rPr lang="vi-VN" sz="1500">
                <a:latin typeface="+mn-lt"/>
              </a:rPr>
              <a:t>để nhận dạng cử chỉ tay, sau đó ánh xạ thành lệnh điều khiển robot di động qua </a:t>
            </a:r>
            <a:r>
              <a:rPr lang="vi-VN" sz="1500" b="1">
                <a:latin typeface="+mn-lt"/>
              </a:rPr>
              <a:t>WiFi (ESP8266)</a:t>
            </a:r>
            <a:r>
              <a:rPr lang="vi-VN" sz="1500">
                <a:latin typeface="+mn-lt"/>
              </a:rPr>
              <a:t>. Hoạt động ổn định trong điều kiện lý tưởng, nhưng dễ bị ảnh hưởng bởi</a:t>
            </a:r>
            <a:r>
              <a:rPr lang="vi-VN" sz="1500" b="1">
                <a:latin typeface="+mn-lt"/>
              </a:rPr>
              <a:t> nhiễu môi trường</a:t>
            </a:r>
            <a:r>
              <a:rPr lang="en-US" sz="1500">
                <a:latin typeface="+mn-lt"/>
              </a:rPr>
              <a:t>.</a:t>
            </a:r>
          </a:p>
          <a:p>
            <a:pPr marL="0" lvl="0" indent="0" algn="just">
              <a:lnSpc>
                <a:spcPct val="150000"/>
              </a:lnSpc>
            </a:pPr>
            <a:r>
              <a:rPr lang="en-US" sz="1500" b="1">
                <a:latin typeface="+mn-lt"/>
              </a:rPr>
              <a:t>Link</a:t>
            </a:r>
            <a:r>
              <a:rPr lang="en-US" sz="1500">
                <a:latin typeface="+mn-lt"/>
              </a:rPr>
              <a:t>: https://www.slideshare.net/slideshow/kha-lun-ng-dng-x-l-nh-nhn-dng-c-ch-bn-tay-iu-khin-robot-di-ng/252786550 </a:t>
            </a:r>
            <a:endParaRPr sz="1500" b="1">
              <a:latin typeface="+mn-lt"/>
            </a:endParaRPr>
          </a:p>
        </p:txBody>
      </p:sp>
    </p:spTree>
    <p:extLst>
      <p:ext uri="{BB962C8B-B14F-4D97-AF65-F5344CB8AC3E}">
        <p14:creationId xmlns:p14="http://schemas.microsoft.com/office/powerpoint/2010/main" val="1093513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1">
          <a:extLst>
            <a:ext uri="{FF2B5EF4-FFF2-40B4-BE49-F238E27FC236}">
              <a16:creationId xmlns:a16="http://schemas.microsoft.com/office/drawing/2014/main" id="{F30BB52B-244D-5959-8B87-278730D376F2}"/>
            </a:ext>
          </a:extLst>
        </p:cNvPr>
        <p:cNvGrpSpPr/>
        <p:nvPr/>
      </p:nvGrpSpPr>
      <p:grpSpPr>
        <a:xfrm>
          <a:off x="0" y="0"/>
          <a:ext cx="0" cy="0"/>
          <a:chOff x="0" y="0"/>
          <a:chExt cx="0" cy="0"/>
        </a:xfrm>
      </p:grpSpPr>
      <p:sp>
        <p:nvSpPr>
          <p:cNvPr id="1734" name="Google Shape;1734;p43">
            <a:extLst>
              <a:ext uri="{FF2B5EF4-FFF2-40B4-BE49-F238E27FC236}">
                <a16:creationId xmlns:a16="http://schemas.microsoft.com/office/drawing/2014/main" id="{1FA9D007-09D0-A4BB-B306-1C600FC20D1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III. Các nghiên cứu liên quan</a:t>
            </a:r>
            <a:endParaRPr/>
          </a:p>
        </p:txBody>
      </p:sp>
      <p:pic>
        <p:nvPicPr>
          <p:cNvPr id="2" name="Picture 2">
            <a:extLst>
              <a:ext uri="{FF2B5EF4-FFF2-40B4-BE49-F238E27FC236}">
                <a16:creationId xmlns:a16="http://schemas.microsoft.com/office/drawing/2014/main" id="{A64249C0-074E-8422-B63F-824FA64C25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30" y="32084"/>
            <a:ext cx="529779" cy="529779"/>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2074;p51">
            <a:extLst>
              <a:ext uri="{FF2B5EF4-FFF2-40B4-BE49-F238E27FC236}">
                <a16:creationId xmlns:a16="http://schemas.microsoft.com/office/drawing/2014/main" id="{8A7CBC41-F35B-A4DD-5BCE-10CF5CE64A00}"/>
              </a:ext>
            </a:extLst>
          </p:cNvPr>
          <p:cNvSpPr txBox="1">
            <a:spLocks noGrp="1"/>
          </p:cNvSpPr>
          <p:nvPr>
            <p:ph type="subTitle" idx="1"/>
          </p:nvPr>
        </p:nvSpPr>
        <p:spPr>
          <a:xfrm>
            <a:off x="713225" y="1160775"/>
            <a:ext cx="7782098" cy="3455700"/>
          </a:xfrm>
          <a:prstGeom prst="rect">
            <a:avLst/>
          </a:prstGeom>
        </p:spPr>
        <p:txBody>
          <a:bodyPr spcFirstLastPara="1" wrap="square" lIns="91425" tIns="91425" rIns="91425" bIns="91425" anchor="t" anchorCtr="0">
            <a:noAutofit/>
          </a:bodyPr>
          <a:lstStyle/>
          <a:p>
            <a:pPr marL="0" lvl="0" indent="0"/>
            <a:r>
              <a:rPr lang="en" sz="2000" b="1">
                <a:latin typeface="+mj-lt"/>
                <a:ea typeface="IBM Plex Mono"/>
                <a:cs typeface="IBM Plex Mono"/>
                <a:sym typeface="IBM Plex Mono"/>
              </a:rPr>
              <a:t>4.</a:t>
            </a:r>
            <a:r>
              <a:rPr lang="en-US" sz="2000" b="1">
                <a:latin typeface="+mj-lt"/>
                <a:ea typeface="IBM Plex Mono"/>
                <a:cs typeface="IBM Plex Mono"/>
                <a:sym typeface="IBM Plex Mono"/>
              </a:rPr>
              <a:t> </a:t>
            </a:r>
            <a:r>
              <a:rPr lang="vi-VN" sz="2000" b="1">
                <a:latin typeface="+mn-lt"/>
              </a:rPr>
              <a:t>Nhận dạng cử chỉ của bàn tay người theo thời gian thực</a:t>
            </a:r>
            <a:endParaRPr lang="en-US" sz="2000" b="1">
              <a:latin typeface="+mn-lt"/>
              <a:sym typeface="IBM Plex Mono"/>
            </a:endParaRPr>
          </a:p>
          <a:p>
            <a:pPr marL="0" lvl="0" indent="0">
              <a:lnSpc>
                <a:spcPct val="200000"/>
              </a:lnSpc>
            </a:pPr>
            <a:r>
              <a:rPr lang="en-US" b="1">
                <a:latin typeface="+mj-lt"/>
              </a:rPr>
              <a:t>Tác giả: </a:t>
            </a:r>
            <a:r>
              <a:rPr lang="en-US">
                <a:latin typeface="+mj-lt"/>
              </a:rPr>
              <a:t>Trần Nguyên Ngọc</a:t>
            </a:r>
          </a:p>
          <a:p>
            <a:pPr marL="0" lvl="0" indent="0">
              <a:lnSpc>
                <a:spcPct val="200000"/>
              </a:lnSpc>
            </a:pPr>
            <a:r>
              <a:rPr lang="en-US" b="1">
                <a:latin typeface="+mj-lt"/>
              </a:rPr>
              <a:t>Nguồn</a:t>
            </a:r>
            <a:r>
              <a:rPr lang="vi-VN" b="1">
                <a:latin typeface="+mj-lt"/>
              </a:rPr>
              <a:t>: </a:t>
            </a:r>
            <a:r>
              <a:rPr lang="en-US">
                <a:latin typeface="+mj-lt"/>
              </a:rPr>
              <a:t>Khoa Công nghệ Thông tin – Học viện Kỹ thuật Quân sự</a:t>
            </a:r>
            <a:endParaRPr>
              <a:latin typeface="+mj-lt"/>
            </a:endParaRPr>
          </a:p>
          <a:p>
            <a:pPr indent="0" algn="just">
              <a:lnSpc>
                <a:spcPct val="150000"/>
              </a:lnSpc>
            </a:pPr>
            <a:r>
              <a:rPr lang="vi-VN" sz="1500">
                <a:latin typeface="+mn-lt"/>
              </a:rPr>
              <a:t>Hệ thống nhận dạng cử chỉ tay </a:t>
            </a:r>
            <a:r>
              <a:rPr lang="vi-VN" sz="1500" b="1">
                <a:latin typeface="+mn-lt"/>
              </a:rPr>
              <a:t>theo thời gian thực bằng cảm biến Kinect</a:t>
            </a:r>
            <a:r>
              <a:rPr lang="vi-VN" sz="1500">
                <a:latin typeface="+mn-lt"/>
              </a:rPr>
              <a:t>, kết hợp </a:t>
            </a:r>
            <a:r>
              <a:rPr lang="vi-VN" sz="1500" b="1">
                <a:latin typeface="+mn-lt"/>
              </a:rPr>
              <a:t>OpenCV</a:t>
            </a:r>
            <a:r>
              <a:rPr lang="vi-VN" sz="1500">
                <a:latin typeface="+mn-lt"/>
              </a:rPr>
              <a:t>, đặc trưng </a:t>
            </a:r>
            <a:r>
              <a:rPr lang="vi-VN" sz="1500" b="1">
                <a:latin typeface="+mn-lt"/>
              </a:rPr>
              <a:t>HLAC</a:t>
            </a:r>
            <a:r>
              <a:rPr lang="vi-VN" sz="1500">
                <a:latin typeface="+mn-lt"/>
              </a:rPr>
              <a:t> và mô hình </a:t>
            </a:r>
            <a:r>
              <a:rPr lang="vi-VN" sz="1500" b="1">
                <a:latin typeface="+mn-lt"/>
              </a:rPr>
              <a:t>SVM</a:t>
            </a:r>
            <a:r>
              <a:rPr lang="vi-VN" sz="1500">
                <a:latin typeface="+mn-lt"/>
              </a:rPr>
              <a:t> để phân loại tư thế tay. Độ chính xác đạt khoảng </a:t>
            </a:r>
            <a:r>
              <a:rPr lang="vi-VN" sz="1500" b="1">
                <a:latin typeface="+mn-lt"/>
              </a:rPr>
              <a:t>93%</a:t>
            </a:r>
            <a:r>
              <a:rPr lang="vi-VN" sz="1500">
                <a:latin typeface="+mn-lt"/>
              </a:rPr>
              <a:t>, phản hồi nhanh trên chuỗi nhiều khung hình.</a:t>
            </a:r>
            <a:endParaRPr lang="en-US" sz="1500">
              <a:latin typeface="+mn-lt"/>
            </a:endParaRPr>
          </a:p>
          <a:p>
            <a:pPr marL="0" indent="0" algn="just">
              <a:lnSpc>
                <a:spcPct val="150000"/>
              </a:lnSpc>
            </a:pPr>
            <a:r>
              <a:rPr lang="en-US" sz="1500" b="1">
                <a:latin typeface="+mn-lt"/>
              </a:rPr>
              <a:t>Link</a:t>
            </a:r>
            <a:r>
              <a:rPr lang="en-US" sz="1500">
                <a:latin typeface="+mn-lt"/>
              </a:rPr>
              <a:t>: https://vjs.ac.vn/jcc/article/download/2816/pdf%28Vietnamese%29/11545</a:t>
            </a:r>
            <a:endParaRPr sz="1500" b="1">
              <a:latin typeface="+mn-lt"/>
            </a:endParaRPr>
          </a:p>
        </p:txBody>
      </p:sp>
    </p:spTree>
    <p:extLst>
      <p:ext uri="{BB962C8B-B14F-4D97-AF65-F5344CB8AC3E}">
        <p14:creationId xmlns:p14="http://schemas.microsoft.com/office/powerpoint/2010/main" val="741465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1">
          <a:extLst>
            <a:ext uri="{FF2B5EF4-FFF2-40B4-BE49-F238E27FC236}">
              <a16:creationId xmlns:a16="http://schemas.microsoft.com/office/drawing/2014/main" id="{F4BEED6C-49AD-ADCC-265B-C8361FCD198F}"/>
            </a:ext>
          </a:extLst>
        </p:cNvPr>
        <p:cNvGrpSpPr/>
        <p:nvPr/>
      </p:nvGrpSpPr>
      <p:grpSpPr>
        <a:xfrm>
          <a:off x="0" y="0"/>
          <a:ext cx="0" cy="0"/>
          <a:chOff x="0" y="0"/>
          <a:chExt cx="0" cy="0"/>
        </a:xfrm>
      </p:grpSpPr>
      <p:sp>
        <p:nvSpPr>
          <p:cNvPr id="1734" name="Google Shape;1734;p43">
            <a:extLst>
              <a:ext uri="{FF2B5EF4-FFF2-40B4-BE49-F238E27FC236}">
                <a16:creationId xmlns:a16="http://schemas.microsoft.com/office/drawing/2014/main" id="{BECB571B-C222-E646-2458-BD19AE08464D}"/>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III. Các nghiên cứu liên quan</a:t>
            </a:r>
            <a:endParaRPr/>
          </a:p>
        </p:txBody>
      </p:sp>
      <p:pic>
        <p:nvPicPr>
          <p:cNvPr id="2" name="Picture 2">
            <a:extLst>
              <a:ext uri="{FF2B5EF4-FFF2-40B4-BE49-F238E27FC236}">
                <a16:creationId xmlns:a16="http://schemas.microsoft.com/office/drawing/2014/main" id="{BEC09D41-8C41-1B57-F8B3-312DB8FB19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30" y="32084"/>
            <a:ext cx="529779" cy="529779"/>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2074;p51">
            <a:extLst>
              <a:ext uri="{FF2B5EF4-FFF2-40B4-BE49-F238E27FC236}">
                <a16:creationId xmlns:a16="http://schemas.microsoft.com/office/drawing/2014/main" id="{2A7042F8-F36A-08B9-EE15-58901807682E}"/>
              </a:ext>
            </a:extLst>
          </p:cNvPr>
          <p:cNvSpPr txBox="1">
            <a:spLocks noGrp="1"/>
          </p:cNvSpPr>
          <p:nvPr>
            <p:ph type="subTitle" idx="1"/>
          </p:nvPr>
        </p:nvSpPr>
        <p:spPr>
          <a:xfrm>
            <a:off x="713225" y="1160774"/>
            <a:ext cx="8282494" cy="3699549"/>
          </a:xfrm>
          <a:prstGeom prst="rect">
            <a:avLst/>
          </a:prstGeom>
        </p:spPr>
        <p:txBody>
          <a:bodyPr spcFirstLastPara="1" wrap="square" lIns="91425" tIns="91425" rIns="91425" bIns="91425" anchor="t" anchorCtr="0">
            <a:noAutofit/>
          </a:bodyPr>
          <a:lstStyle/>
          <a:p>
            <a:pPr marL="0" lvl="0" indent="0"/>
            <a:r>
              <a:rPr lang="en" sz="2000" b="1">
                <a:latin typeface="+mj-lt"/>
                <a:ea typeface="IBM Plex Mono"/>
                <a:cs typeface="IBM Plex Mono"/>
                <a:sym typeface="IBM Plex Mono"/>
              </a:rPr>
              <a:t>5.</a:t>
            </a:r>
            <a:r>
              <a:rPr lang="en-US" sz="2000" b="1">
                <a:latin typeface="+mj-lt"/>
                <a:ea typeface="IBM Plex Mono"/>
                <a:cs typeface="IBM Plex Mono"/>
                <a:sym typeface="IBM Plex Mono"/>
              </a:rPr>
              <a:t> </a:t>
            </a:r>
            <a:r>
              <a:rPr lang="en-US" sz="2000" b="1">
                <a:latin typeface="+mn-lt"/>
              </a:rPr>
              <a:t>Điều khiển thiết bị bằng cử chỉ tay với Leap Motion và LabVIEW</a:t>
            </a:r>
            <a:endParaRPr lang="en-US" sz="2000" b="1">
              <a:latin typeface="+mn-lt"/>
              <a:sym typeface="IBM Plex Mono"/>
            </a:endParaRPr>
          </a:p>
          <a:p>
            <a:pPr marL="0" lvl="0" indent="0">
              <a:lnSpc>
                <a:spcPct val="200000"/>
              </a:lnSpc>
            </a:pPr>
            <a:r>
              <a:rPr lang="en-US" b="1">
                <a:latin typeface="+mj-lt"/>
              </a:rPr>
              <a:t>Tác giả: </a:t>
            </a:r>
            <a:r>
              <a:rPr lang="en-US">
                <a:latin typeface="+mj-lt"/>
              </a:rPr>
              <a:t>Nguyễn Tăng Khả Duy etc</a:t>
            </a:r>
          </a:p>
          <a:p>
            <a:pPr marL="0" lvl="0" indent="0" algn="just">
              <a:lnSpc>
                <a:spcPct val="200000"/>
              </a:lnSpc>
            </a:pPr>
            <a:r>
              <a:rPr lang="en-US" b="1">
                <a:latin typeface="+mj-lt"/>
              </a:rPr>
              <a:t>Nguồn</a:t>
            </a:r>
            <a:r>
              <a:rPr lang="vi-VN" b="1">
                <a:latin typeface="+mj-lt"/>
              </a:rPr>
              <a:t>:</a:t>
            </a:r>
            <a:r>
              <a:rPr lang="en-US" b="1">
                <a:latin typeface="+mj-lt"/>
              </a:rPr>
              <a:t> </a:t>
            </a:r>
            <a:r>
              <a:rPr lang="en-US">
                <a:latin typeface="+mj-lt"/>
              </a:rPr>
              <a:t>Hội nghị toàn quốc lần thứ 3 về Điều khiển và Tự động hóa – VCCA 2015</a:t>
            </a:r>
            <a:endParaRPr>
              <a:latin typeface="+mj-lt"/>
            </a:endParaRPr>
          </a:p>
          <a:p>
            <a:pPr indent="0" algn="just">
              <a:lnSpc>
                <a:spcPct val="150000"/>
              </a:lnSpc>
            </a:pPr>
            <a:r>
              <a:rPr lang="en-US" sz="1500">
                <a:latin typeface="+mn-lt"/>
              </a:rPr>
              <a:t>Hệ thống điều khiển thiết bị bằng </a:t>
            </a:r>
            <a:r>
              <a:rPr lang="en-US" sz="1500" b="1">
                <a:latin typeface="+mn-lt"/>
              </a:rPr>
              <a:t>Leap Motion</a:t>
            </a:r>
            <a:r>
              <a:rPr lang="en-US" sz="1500">
                <a:latin typeface="+mn-lt"/>
              </a:rPr>
              <a:t>, xử lý dữ liệu qua </a:t>
            </a:r>
            <a:r>
              <a:rPr lang="en-US" sz="1500" b="1">
                <a:latin typeface="+mn-lt"/>
              </a:rPr>
              <a:t>LabVIEW + LVHLeap</a:t>
            </a:r>
            <a:r>
              <a:rPr lang="en-US" sz="1500">
                <a:latin typeface="+mn-lt"/>
              </a:rPr>
              <a:t>, sau đó truyền lệnh đến </a:t>
            </a:r>
            <a:r>
              <a:rPr lang="en-US" sz="1500" b="1">
                <a:latin typeface="+mn-lt"/>
              </a:rPr>
              <a:t>Arduino qua RF 433 MHz</a:t>
            </a:r>
            <a:r>
              <a:rPr lang="en-US" sz="1500">
                <a:latin typeface="+mn-lt"/>
              </a:rPr>
              <a:t>. Nhờ tích hợp thuật toán </a:t>
            </a:r>
            <a:r>
              <a:rPr lang="en-US" sz="1500" b="1">
                <a:latin typeface="+mn-lt"/>
              </a:rPr>
              <a:t>Kalman</a:t>
            </a:r>
            <a:r>
              <a:rPr lang="en-US" sz="1500">
                <a:latin typeface="+mn-lt"/>
              </a:rPr>
              <a:t>, hệ thống hoạt động </a:t>
            </a:r>
            <a:r>
              <a:rPr lang="en-US" sz="1500" b="1">
                <a:latin typeface="+mn-lt"/>
              </a:rPr>
              <a:t>ổn định, chính xác trong thời gian thực</a:t>
            </a:r>
            <a:r>
              <a:rPr lang="en-US" sz="1500">
                <a:latin typeface="+mn-lt"/>
              </a:rPr>
              <a:t>.</a:t>
            </a:r>
          </a:p>
          <a:p>
            <a:pPr marL="0" indent="0" algn="just">
              <a:lnSpc>
                <a:spcPct val="150000"/>
              </a:lnSpc>
            </a:pPr>
            <a:r>
              <a:rPr lang="en-US" sz="1500" b="1">
                <a:latin typeface="+mn-lt"/>
              </a:rPr>
              <a:t>Link</a:t>
            </a:r>
            <a:r>
              <a:rPr lang="en-US" sz="1500">
                <a:latin typeface="+mn-lt"/>
              </a:rPr>
              <a:t>: https://www.academia.edu/102875243/%C4%90i%E1%BB%81u_khi%E1%BB%83n_thi%E1%BA%BFt_b%E1%BB%8B_b%E1%BA%B1ng_c%E1%BB%AD_ch%E1%BB%89_tay_v%E1%BB%9Bi_Leap_Motion_v%C3%A0_LabVIEW</a:t>
            </a:r>
            <a:endParaRPr lang="en-US" sz="1500" b="1">
              <a:latin typeface="+mn-lt"/>
            </a:endParaRPr>
          </a:p>
        </p:txBody>
      </p:sp>
    </p:spTree>
    <p:extLst>
      <p:ext uri="{BB962C8B-B14F-4D97-AF65-F5344CB8AC3E}">
        <p14:creationId xmlns:p14="http://schemas.microsoft.com/office/powerpoint/2010/main" val="2362177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4"/>
        <p:cNvGrpSpPr/>
        <p:nvPr/>
      </p:nvGrpSpPr>
      <p:grpSpPr>
        <a:xfrm>
          <a:off x="0" y="0"/>
          <a:ext cx="0" cy="0"/>
          <a:chOff x="0" y="0"/>
          <a:chExt cx="0" cy="0"/>
        </a:xfrm>
      </p:grpSpPr>
      <p:sp>
        <p:nvSpPr>
          <p:cNvPr id="1745" name="Google Shape;1745;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j-lt"/>
              </a:rPr>
              <a:t>III. Hướng </a:t>
            </a:r>
            <a:r>
              <a:rPr lang="en" dirty="0">
                <a:latin typeface="+mj-lt"/>
              </a:rPr>
              <a:t>nghiên cứu</a:t>
            </a:r>
            <a:endParaRPr dirty="0">
              <a:latin typeface="+mj-lt"/>
            </a:endParaRPr>
          </a:p>
        </p:txBody>
      </p:sp>
      <p:sp>
        <p:nvSpPr>
          <p:cNvPr id="1746" name="Google Shape;1746;p44"/>
          <p:cNvSpPr txBox="1">
            <a:spLocks noGrp="1"/>
          </p:cNvSpPr>
          <p:nvPr>
            <p:ph type="subTitle" idx="1"/>
          </p:nvPr>
        </p:nvSpPr>
        <p:spPr>
          <a:xfrm>
            <a:off x="720000" y="3520475"/>
            <a:ext cx="1981800" cy="108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latin typeface="+mj-lt"/>
              </a:rPr>
              <a:t>Dây</a:t>
            </a:r>
            <a:r>
              <a:rPr lang="en-US" dirty="0">
                <a:latin typeface="+mj-lt"/>
              </a:rPr>
              <a:t> </a:t>
            </a:r>
            <a:r>
              <a:rPr lang="en-US" dirty="0" err="1">
                <a:latin typeface="+mj-lt"/>
              </a:rPr>
              <a:t>chuyền</a:t>
            </a:r>
            <a:r>
              <a:rPr lang="en-US" dirty="0">
                <a:latin typeface="+mj-lt"/>
              </a:rPr>
              <a:t> </a:t>
            </a:r>
            <a:r>
              <a:rPr lang="en-US" dirty="0" err="1">
                <a:latin typeface="+mj-lt"/>
              </a:rPr>
              <a:t>sản</a:t>
            </a:r>
            <a:r>
              <a:rPr lang="en-US" dirty="0">
                <a:latin typeface="+mj-lt"/>
              </a:rPr>
              <a:t> </a:t>
            </a:r>
            <a:r>
              <a:rPr lang="en-US" dirty="0" err="1">
                <a:latin typeface="+mj-lt"/>
              </a:rPr>
              <a:t>xuất</a:t>
            </a:r>
            <a:r>
              <a:rPr lang="en-US" dirty="0">
                <a:latin typeface="+mj-lt"/>
              </a:rPr>
              <a:t>, </a:t>
            </a:r>
            <a:r>
              <a:rPr lang="en-US" dirty="0" err="1">
                <a:latin typeface="+mj-lt"/>
              </a:rPr>
              <a:t>hàn</a:t>
            </a:r>
            <a:r>
              <a:rPr lang="en-US" dirty="0">
                <a:latin typeface="+mj-lt"/>
              </a:rPr>
              <a:t>, </a:t>
            </a:r>
            <a:r>
              <a:rPr lang="en-US" dirty="0" err="1">
                <a:latin typeface="+mj-lt"/>
              </a:rPr>
              <a:t>lắp</a:t>
            </a:r>
            <a:r>
              <a:rPr lang="en-US" dirty="0">
                <a:latin typeface="+mj-lt"/>
              </a:rPr>
              <a:t> .</a:t>
            </a:r>
            <a:r>
              <a:rPr lang="en-US" dirty="0" err="1">
                <a:latin typeface="+mj-lt"/>
              </a:rPr>
              <a:t>ráp</a:t>
            </a:r>
            <a:endParaRPr dirty="0">
              <a:latin typeface="+mj-lt"/>
            </a:endParaRPr>
          </a:p>
        </p:txBody>
      </p:sp>
      <p:sp>
        <p:nvSpPr>
          <p:cNvPr id="1747" name="Google Shape;1747;p44"/>
          <p:cNvSpPr txBox="1">
            <a:spLocks noGrp="1"/>
          </p:cNvSpPr>
          <p:nvPr>
            <p:ph type="subTitle" idx="2"/>
          </p:nvPr>
        </p:nvSpPr>
        <p:spPr>
          <a:xfrm>
            <a:off x="3584484" y="3520475"/>
            <a:ext cx="1981800" cy="108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mj-lt"/>
              </a:rPr>
              <a:t>Tay</a:t>
            </a:r>
            <a:r>
              <a:rPr lang="en-US" b="1" dirty="0">
                <a:latin typeface="+mj-lt"/>
              </a:rPr>
              <a:t> </a:t>
            </a:r>
            <a:r>
              <a:rPr lang="en-US" dirty="0">
                <a:latin typeface="+mj-lt"/>
              </a:rPr>
              <a:t>robot </a:t>
            </a:r>
            <a:r>
              <a:rPr lang="en-US" dirty="0" err="1">
                <a:latin typeface="+mj-lt"/>
              </a:rPr>
              <a:t>phẫu</a:t>
            </a:r>
            <a:r>
              <a:rPr lang="en-US" dirty="0">
                <a:latin typeface="+mj-lt"/>
              </a:rPr>
              <a:t> </a:t>
            </a:r>
            <a:r>
              <a:rPr lang="en-US" dirty="0" err="1">
                <a:latin typeface="+mj-lt"/>
              </a:rPr>
              <a:t>thuật</a:t>
            </a:r>
            <a:r>
              <a:rPr lang="en-US" dirty="0">
                <a:latin typeface="+mj-lt"/>
              </a:rPr>
              <a:t> (VD: da Vinci robot). </a:t>
            </a:r>
            <a:r>
              <a:rPr lang="en-US" dirty="0" err="1">
                <a:latin typeface="+mj-lt"/>
              </a:rPr>
              <a:t>Có</a:t>
            </a:r>
            <a:r>
              <a:rPr lang="en-US" dirty="0">
                <a:latin typeface="+mj-lt"/>
              </a:rPr>
              <a:t> </a:t>
            </a:r>
            <a:r>
              <a:rPr lang="en-US" dirty="0" err="1">
                <a:latin typeface="+mj-lt"/>
              </a:rPr>
              <a:t>thể</a:t>
            </a:r>
            <a:r>
              <a:rPr lang="en-US" dirty="0">
                <a:latin typeface="+mj-lt"/>
              </a:rPr>
              <a:t> </a:t>
            </a:r>
            <a:r>
              <a:rPr lang="en-US" dirty="0" err="1">
                <a:latin typeface="+mj-lt"/>
              </a:rPr>
              <a:t>phẩu</a:t>
            </a:r>
            <a:r>
              <a:rPr lang="en-US" dirty="0">
                <a:latin typeface="+mj-lt"/>
              </a:rPr>
              <a:t> </a:t>
            </a:r>
            <a:r>
              <a:rPr lang="en-US" dirty="0" err="1">
                <a:latin typeface="+mj-lt"/>
              </a:rPr>
              <a:t>thuật</a:t>
            </a:r>
            <a:r>
              <a:rPr lang="en-US" dirty="0">
                <a:latin typeface="+mj-lt"/>
              </a:rPr>
              <a:t> </a:t>
            </a:r>
            <a:r>
              <a:rPr lang="en-US" dirty="0" err="1">
                <a:latin typeface="+mj-lt"/>
              </a:rPr>
              <a:t>từ</a:t>
            </a:r>
            <a:r>
              <a:rPr lang="en-US" dirty="0">
                <a:latin typeface="+mj-lt"/>
              </a:rPr>
              <a:t> </a:t>
            </a:r>
            <a:r>
              <a:rPr lang="en-US" dirty="0" err="1">
                <a:latin typeface="+mj-lt"/>
              </a:rPr>
              <a:t>xa</a:t>
            </a:r>
            <a:r>
              <a:rPr lang="en-US" dirty="0">
                <a:latin typeface="+mj-lt"/>
              </a:rPr>
              <a:t>.</a:t>
            </a:r>
            <a:endParaRPr dirty="0">
              <a:latin typeface="+mj-lt"/>
            </a:endParaRPr>
          </a:p>
        </p:txBody>
      </p:sp>
      <p:sp>
        <p:nvSpPr>
          <p:cNvPr id="1748" name="Google Shape;1748;p44"/>
          <p:cNvSpPr txBox="1">
            <a:spLocks noGrp="1"/>
          </p:cNvSpPr>
          <p:nvPr>
            <p:ph type="subTitle" idx="6"/>
          </p:nvPr>
        </p:nvSpPr>
        <p:spPr>
          <a:xfrm>
            <a:off x="6448972" y="31943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Trợ lí ảo</a:t>
            </a:r>
            <a:endParaRPr dirty="0"/>
          </a:p>
        </p:txBody>
      </p:sp>
      <p:sp>
        <p:nvSpPr>
          <p:cNvPr id="1749" name="Google Shape;1749;p44"/>
          <p:cNvSpPr txBox="1">
            <a:spLocks noGrp="1"/>
          </p:cNvSpPr>
          <p:nvPr>
            <p:ph type="subTitle" idx="4"/>
          </p:nvPr>
        </p:nvSpPr>
        <p:spPr>
          <a:xfrm>
            <a:off x="720000" y="31943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Công nghiệp</a:t>
            </a:r>
            <a:endParaRPr dirty="0"/>
          </a:p>
        </p:txBody>
      </p:sp>
      <p:sp>
        <p:nvSpPr>
          <p:cNvPr id="1750" name="Google Shape;1750;p44"/>
          <p:cNvSpPr txBox="1">
            <a:spLocks noGrp="1"/>
          </p:cNvSpPr>
          <p:nvPr>
            <p:ph type="subTitle" idx="5"/>
          </p:nvPr>
        </p:nvSpPr>
        <p:spPr>
          <a:xfrm>
            <a:off x="3584483" y="31943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Y tế</a:t>
            </a:r>
            <a:endParaRPr dirty="0"/>
          </a:p>
        </p:txBody>
      </p:sp>
      <p:sp>
        <p:nvSpPr>
          <p:cNvPr id="1751" name="Google Shape;1751;p44"/>
          <p:cNvSpPr txBox="1">
            <a:spLocks noGrp="1"/>
          </p:cNvSpPr>
          <p:nvPr>
            <p:ph type="subTitle" idx="3"/>
          </p:nvPr>
        </p:nvSpPr>
        <p:spPr>
          <a:xfrm>
            <a:off x="6448975" y="3520475"/>
            <a:ext cx="2166388" cy="108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latin typeface="+mj-lt"/>
              </a:rPr>
              <a:t>Tích</a:t>
            </a:r>
            <a:r>
              <a:rPr lang="en-US" dirty="0">
                <a:latin typeface="+mj-lt"/>
              </a:rPr>
              <a:t> </a:t>
            </a:r>
            <a:r>
              <a:rPr lang="en-US" dirty="0" err="1">
                <a:latin typeface="+mj-lt"/>
              </a:rPr>
              <a:t>hợp</a:t>
            </a:r>
            <a:r>
              <a:rPr lang="en-US" dirty="0">
                <a:latin typeface="+mj-lt"/>
              </a:rPr>
              <a:t> </a:t>
            </a:r>
            <a:r>
              <a:rPr lang="en-US" dirty="0" err="1">
                <a:latin typeface="+mj-lt"/>
              </a:rPr>
              <a:t>thị</a:t>
            </a:r>
            <a:r>
              <a:rPr lang="en-US" dirty="0">
                <a:latin typeface="+mj-lt"/>
              </a:rPr>
              <a:t> </a:t>
            </a:r>
            <a:r>
              <a:rPr lang="en-US" dirty="0" err="1">
                <a:latin typeface="+mj-lt"/>
              </a:rPr>
              <a:t>giác</a:t>
            </a:r>
            <a:r>
              <a:rPr lang="en-US" dirty="0">
                <a:latin typeface="+mj-lt"/>
              </a:rPr>
              <a:t> </a:t>
            </a:r>
            <a:r>
              <a:rPr lang="en-US" dirty="0" err="1">
                <a:latin typeface="+mj-lt"/>
              </a:rPr>
              <a:t>máy</a:t>
            </a:r>
            <a:r>
              <a:rPr lang="en-US" dirty="0">
                <a:latin typeface="+mj-lt"/>
              </a:rPr>
              <a:t> </a:t>
            </a:r>
            <a:r>
              <a:rPr lang="en-US" dirty="0" err="1">
                <a:latin typeface="+mj-lt"/>
              </a:rPr>
              <a:t>tính</a:t>
            </a:r>
            <a:r>
              <a:rPr lang="en-US" dirty="0">
                <a:latin typeface="+mj-lt"/>
              </a:rPr>
              <a:t> + </a:t>
            </a:r>
            <a:r>
              <a:rPr lang="en-US" dirty="0" err="1">
                <a:latin typeface="+mj-lt"/>
              </a:rPr>
              <a:t>nhận</a:t>
            </a:r>
            <a:r>
              <a:rPr lang="en-US" dirty="0">
                <a:latin typeface="+mj-lt"/>
              </a:rPr>
              <a:t> </a:t>
            </a:r>
            <a:r>
              <a:rPr lang="en-US" dirty="0" err="1">
                <a:latin typeface="+mj-lt"/>
              </a:rPr>
              <a:t>diện</a:t>
            </a:r>
            <a:r>
              <a:rPr lang="en-US" dirty="0">
                <a:latin typeface="+mj-lt"/>
              </a:rPr>
              <a:t> </a:t>
            </a:r>
            <a:r>
              <a:rPr lang="en-US" dirty="0" err="1">
                <a:latin typeface="+mj-lt"/>
              </a:rPr>
              <a:t>giọng</a:t>
            </a:r>
            <a:r>
              <a:rPr lang="en-US" dirty="0">
                <a:latin typeface="+mj-lt"/>
              </a:rPr>
              <a:t> </a:t>
            </a:r>
            <a:r>
              <a:rPr lang="en-US" dirty="0" err="1">
                <a:latin typeface="+mj-lt"/>
              </a:rPr>
              <a:t>nói</a:t>
            </a:r>
            <a:r>
              <a:rPr lang="en-US" dirty="0">
                <a:latin typeface="+mj-lt"/>
              </a:rPr>
              <a:t> + AI </a:t>
            </a:r>
            <a:r>
              <a:rPr lang="en-US" dirty="0" err="1">
                <a:latin typeface="+mj-lt"/>
              </a:rPr>
              <a:t>hội</a:t>
            </a:r>
            <a:r>
              <a:rPr lang="en-US" dirty="0">
                <a:latin typeface="+mj-lt"/>
              </a:rPr>
              <a:t> </a:t>
            </a:r>
            <a:r>
              <a:rPr lang="en-US" dirty="0" err="1">
                <a:latin typeface="+mj-lt"/>
              </a:rPr>
              <a:t>thoại</a:t>
            </a:r>
            <a:r>
              <a:rPr lang="en-US" dirty="0">
                <a:latin typeface="+mj-lt"/>
              </a:rPr>
              <a:t>, </a:t>
            </a:r>
            <a:r>
              <a:rPr lang="en-US" dirty="0" err="1">
                <a:latin typeface="+mj-lt"/>
              </a:rPr>
              <a:t>cho</a:t>
            </a:r>
            <a:r>
              <a:rPr lang="en-US" dirty="0">
                <a:latin typeface="+mj-lt"/>
              </a:rPr>
              <a:t> </a:t>
            </a:r>
            <a:r>
              <a:rPr lang="en-US" dirty="0" err="1">
                <a:latin typeface="+mj-lt"/>
              </a:rPr>
              <a:t>phép</a:t>
            </a:r>
            <a:r>
              <a:rPr lang="en-US" dirty="0">
                <a:latin typeface="+mj-lt"/>
              </a:rPr>
              <a:t> </a:t>
            </a:r>
            <a:r>
              <a:rPr lang="en-US" dirty="0" err="1">
                <a:latin typeface="+mj-lt"/>
              </a:rPr>
              <a:t>tay</a:t>
            </a:r>
            <a:r>
              <a:rPr lang="en-US" dirty="0">
                <a:latin typeface="+mj-lt"/>
              </a:rPr>
              <a:t> </a:t>
            </a:r>
            <a:r>
              <a:rPr lang="en-US" dirty="0" err="1">
                <a:latin typeface="+mj-lt"/>
              </a:rPr>
              <a:t>máy</a:t>
            </a:r>
            <a:r>
              <a:rPr lang="en-US" dirty="0">
                <a:latin typeface="+mj-lt"/>
              </a:rPr>
              <a:t> </a:t>
            </a:r>
            <a:r>
              <a:rPr lang="en-US" dirty="0" err="1">
                <a:latin typeface="+mj-lt"/>
              </a:rPr>
              <a:t>phản</a:t>
            </a:r>
            <a:r>
              <a:rPr lang="en-US" dirty="0">
                <a:latin typeface="+mj-lt"/>
              </a:rPr>
              <a:t> </a:t>
            </a:r>
            <a:r>
              <a:rPr lang="en-US" dirty="0" err="1">
                <a:latin typeface="+mj-lt"/>
              </a:rPr>
              <a:t>hồi</a:t>
            </a:r>
            <a:r>
              <a:rPr lang="en-US" dirty="0">
                <a:latin typeface="+mj-lt"/>
              </a:rPr>
              <a:t> </a:t>
            </a:r>
            <a:r>
              <a:rPr lang="en-US" dirty="0" err="1">
                <a:latin typeface="+mj-lt"/>
              </a:rPr>
              <a:t>cử</a:t>
            </a:r>
            <a:r>
              <a:rPr lang="en-US" dirty="0">
                <a:latin typeface="+mj-lt"/>
              </a:rPr>
              <a:t> </a:t>
            </a:r>
            <a:r>
              <a:rPr lang="en-US" dirty="0" err="1">
                <a:latin typeface="+mj-lt"/>
              </a:rPr>
              <a:t>chỉ</a:t>
            </a:r>
            <a:r>
              <a:rPr lang="en-US" dirty="0">
                <a:latin typeface="+mj-lt"/>
              </a:rPr>
              <a:t>, </a:t>
            </a:r>
            <a:r>
              <a:rPr lang="en-US" dirty="0" err="1">
                <a:latin typeface="+mj-lt"/>
              </a:rPr>
              <a:t>ánh</a:t>
            </a:r>
            <a:r>
              <a:rPr lang="en-US" dirty="0">
                <a:latin typeface="+mj-lt"/>
              </a:rPr>
              <a:t> </a:t>
            </a:r>
            <a:r>
              <a:rPr lang="en-US" dirty="0" err="1">
                <a:latin typeface="+mj-lt"/>
              </a:rPr>
              <a:t>mắt</a:t>
            </a:r>
            <a:r>
              <a:rPr lang="en-US" dirty="0">
                <a:latin typeface="+mj-lt"/>
              </a:rPr>
              <a:t>, </a:t>
            </a:r>
            <a:r>
              <a:rPr lang="en-US" dirty="0" err="1">
                <a:latin typeface="+mj-lt"/>
              </a:rPr>
              <a:t>lệnh</a:t>
            </a:r>
            <a:r>
              <a:rPr lang="en-US" dirty="0">
                <a:latin typeface="+mj-lt"/>
              </a:rPr>
              <a:t> </a:t>
            </a:r>
            <a:r>
              <a:rPr lang="en-US" dirty="0" err="1">
                <a:latin typeface="+mj-lt"/>
              </a:rPr>
              <a:t>nói</a:t>
            </a:r>
            <a:r>
              <a:rPr lang="en-US" dirty="0">
                <a:latin typeface="+mj-lt"/>
              </a:rPr>
              <a:t>.</a:t>
            </a:r>
            <a:endParaRPr dirty="0">
              <a:latin typeface="+mj-lt"/>
            </a:endParaRPr>
          </a:p>
        </p:txBody>
      </p:sp>
      <p:pic>
        <p:nvPicPr>
          <p:cNvPr id="1752" name="Google Shape;1752;p44"/>
          <p:cNvPicPr preferRelativeResize="0">
            <a:picLocks noGrp="1"/>
          </p:cNvPicPr>
          <p:nvPr>
            <p:ph type="pic" idx="7"/>
          </p:nvPr>
        </p:nvPicPr>
        <p:blipFill rotWithShape="1">
          <a:blip r:embed="rId3">
            <a:alphaModFix/>
          </a:blip>
          <a:srcRect l="10430" r="10430"/>
          <a:stretch/>
        </p:blipFill>
        <p:spPr>
          <a:xfrm>
            <a:off x="720000" y="1236800"/>
            <a:ext cx="1981800" cy="1662300"/>
          </a:xfrm>
          <a:prstGeom prst="snip1Rect">
            <a:avLst>
              <a:gd name="adj" fmla="val 16667"/>
            </a:avLst>
          </a:prstGeom>
        </p:spPr>
      </p:pic>
      <p:pic>
        <p:nvPicPr>
          <p:cNvPr id="1753" name="Google Shape;1753;p44"/>
          <p:cNvPicPr preferRelativeResize="0">
            <a:picLocks noGrp="1"/>
          </p:cNvPicPr>
          <p:nvPr>
            <p:ph type="pic" idx="8"/>
          </p:nvPr>
        </p:nvPicPr>
        <p:blipFill rotWithShape="1">
          <a:blip r:embed="rId4">
            <a:alphaModFix/>
          </a:blip>
          <a:srcRect l="16469" r="16469"/>
          <a:stretch/>
        </p:blipFill>
        <p:spPr>
          <a:xfrm>
            <a:off x="3584475" y="1236800"/>
            <a:ext cx="1981800" cy="1662300"/>
          </a:xfrm>
          <a:prstGeom prst="snip1Rect">
            <a:avLst>
              <a:gd name="adj" fmla="val 16667"/>
            </a:avLst>
          </a:prstGeom>
        </p:spPr>
      </p:pic>
      <p:pic>
        <p:nvPicPr>
          <p:cNvPr id="1754" name="Google Shape;1754;p44"/>
          <p:cNvPicPr preferRelativeResize="0">
            <a:picLocks noGrp="1"/>
          </p:cNvPicPr>
          <p:nvPr>
            <p:ph type="pic" idx="9"/>
          </p:nvPr>
        </p:nvPicPr>
        <p:blipFill rotWithShape="1">
          <a:blip r:embed="rId5">
            <a:alphaModFix/>
          </a:blip>
          <a:srcRect l="10888" r="10888"/>
          <a:stretch/>
        </p:blipFill>
        <p:spPr>
          <a:xfrm>
            <a:off x="6448950" y="1236800"/>
            <a:ext cx="1981800" cy="1662300"/>
          </a:xfrm>
          <a:prstGeom prst="snip1Rect">
            <a:avLst>
              <a:gd name="adj" fmla="val 16667"/>
            </a:avLst>
          </a:prstGeom>
        </p:spPr>
      </p:pic>
      <p:pic>
        <p:nvPicPr>
          <p:cNvPr id="2" name="Picture 2">
            <a:extLst>
              <a:ext uri="{FF2B5EF4-FFF2-40B4-BE49-F238E27FC236}">
                <a16:creationId xmlns:a16="http://schemas.microsoft.com/office/drawing/2014/main" id="{28425E3B-CCB9-8F22-4EC8-A825AE4B61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630" y="32084"/>
            <a:ext cx="529779" cy="5297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8"/>
        <p:cNvGrpSpPr/>
        <p:nvPr/>
      </p:nvGrpSpPr>
      <p:grpSpPr>
        <a:xfrm>
          <a:off x="0" y="0"/>
          <a:ext cx="0" cy="0"/>
          <a:chOff x="0" y="0"/>
          <a:chExt cx="0" cy="0"/>
        </a:xfrm>
      </p:grpSpPr>
      <p:sp>
        <p:nvSpPr>
          <p:cNvPr id="1949" name="Google Shape;1949;p49"/>
          <p:cNvSpPr txBox="1">
            <a:spLocks noGrp="1"/>
          </p:cNvSpPr>
          <p:nvPr>
            <p:ph type="title"/>
          </p:nvPr>
        </p:nvSpPr>
        <p:spPr>
          <a:xfrm>
            <a:off x="713225" y="2122600"/>
            <a:ext cx="7297500" cy="910200"/>
          </a:xfrm>
          <a:prstGeom prst="rect">
            <a:avLst/>
          </a:prstGeom>
        </p:spPr>
        <p:txBody>
          <a:bodyPr spcFirstLastPara="1" wrap="square" lIns="91425" tIns="91425" rIns="91425" bIns="91425" anchor="ctr" anchorCtr="0">
            <a:noAutofit/>
          </a:bodyPr>
          <a:lstStyle/>
          <a:p>
            <a:pPr lvl="0"/>
            <a:r>
              <a:rPr lang="en"/>
              <a:t>IV. DEMO</a:t>
            </a:r>
            <a:endParaRPr/>
          </a:p>
        </p:txBody>
      </p:sp>
      <p:grpSp>
        <p:nvGrpSpPr>
          <p:cNvPr id="1950" name="Google Shape;1950;p49"/>
          <p:cNvGrpSpPr/>
          <p:nvPr/>
        </p:nvGrpSpPr>
        <p:grpSpPr>
          <a:xfrm>
            <a:off x="-1238838" y="-2814271"/>
            <a:ext cx="6191222" cy="6569036"/>
            <a:chOff x="-1238838" y="-2814271"/>
            <a:chExt cx="6191222" cy="6569036"/>
          </a:xfrm>
        </p:grpSpPr>
        <p:pic>
          <p:nvPicPr>
            <p:cNvPr id="1951" name="Google Shape;1951;p49"/>
            <p:cNvPicPr preferRelativeResize="0"/>
            <p:nvPr/>
          </p:nvPicPr>
          <p:blipFill rotWithShape="1">
            <a:blip r:embed="rId3">
              <a:alphaModFix/>
            </a:blip>
            <a:srcRect l="16960" t="24718" r="7121" b="26177"/>
            <a:stretch/>
          </p:blipFill>
          <p:spPr>
            <a:xfrm flipH="1">
              <a:off x="-860279" y="-1155525"/>
              <a:ext cx="3615750" cy="2759625"/>
            </a:xfrm>
            <a:prstGeom prst="rect">
              <a:avLst/>
            </a:prstGeom>
            <a:noFill/>
            <a:ln>
              <a:noFill/>
            </a:ln>
          </p:spPr>
        </p:pic>
        <p:grpSp>
          <p:nvGrpSpPr>
            <p:cNvPr id="1952" name="Google Shape;1952;p49"/>
            <p:cNvGrpSpPr/>
            <p:nvPr/>
          </p:nvGrpSpPr>
          <p:grpSpPr>
            <a:xfrm>
              <a:off x="-1238838" y="-2814271"/>
              <a:ext cx="6191222" cy="6569036"/>
              <a:chOff x="-1238838" y="-2814271"/>
              <a:chExt cx="6191222" cy="6569036"/>
            </a:xfrm>
          </p:grpSpPr>
          <p:sp>
            <p:nvSpPr>
              <p:cNvPr id="1953" name="Google Shape;1953;p49"/>
              <p:cNvSpPr/>
              <p:nvPr/>
            </p:nvSpPr>
            <p:spPr>
              <a:xfrm rot="-2700000" flipH="1">
                <a:off x="-146394" y="-2093348"/>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9"/>
              <p:cNvSpPr/>
              <p:nvPr/>
            </p:nvSpPr>
            <p:spPr>
              <a:xfrm rot="-2700000" flipH="1">
                <a:off x="-515017" y="-1565448"/>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9"/>
              <p:cNvSpPr/>
              <p:nvPr/>
            </p:nvSpPr>
            <p:spPr>
              <a:xfrm rot="-2700000" flipH="1">
                <a:off x="194575" y="-1729713"/>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6" name="Google Shape;1956;p49"/>
              <p:cNvGrpSpPr/>
              <p:nvPr/>
            </p:nvGrpSpPr>
            <p:grpSpPr>
              <a:xfrm>
                <a:off x="3010374" y="1407525"/>
                <a:ext cx="196674" cy="196585"/>
                <a:chOff x="1101075" y="2142375"/>
                <a:chExt cx="439200" cy="439100"/>
              </a:xfrm>
            </p:grpSpPr>
            <p:sp>
              <p:nvSpPr>
                <p:cNvPr id="1957" name="Google Shape;1957;p4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9" name="Google Shape;1959;p49"/>
              <p:cNvGrpSpPr/>
              <p:nvPr/>
            </p:nvGrpSpPr>
            <p:grpSpPr>
              <a:xfrm>
                <a:off x="1890399" y="1114475"/>
                <a:ext cx="196674" cy="196585"/>
                <a:chOff x="1101075" y="2142375"/>
                <a:chExt cx="439200" cy="439100"/>
              </a:xfrm>
            </p:grpSpPr>
            <p:sp>
              <p:nvSpPr>
                <p:cNvPr id="1960" name="Google Shape;1960;p4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2" name="Google Shape;1962;p49"/>
              <p:cNvGrpSpPr/>
              <p:nvPr/>
            </p:nvGrpSpPr>
            <p:grpSpPr>
              <a:xfrm>
                <a:off x="2755474" y="1114475"/>
                <a:ext cx="196674" cy="196585"/>
                <a:chOff x="1101075" y="2142375"/>
                <a:chExt cx="439200" cy="439100"/>
              </a:xfrm>
            </p:grpSpPr>
            <p:sp>
              <p:nvSpPr>
                <p:cNvPr id="1963" name="Google Shape;1963;p4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5" name="Google Shape;1965;p49"/>
              <p:cNvGrpSpPr/>
              <p:nvPr/>
            </p:nvGrpSpPr>
            <p:grpSpPr>
              <a:xfrm>
                <a:off x="1290099" y="539500"/>
                <a:ext cx="196674" cy="196585"/>
                <a:chOff x="1101075" y="2142375"/>
                <a:chExt cx="439200" cy="439100"/>
              </a:xfrm>
            </p:grpSpPr>
            <p:sp>
              <p:nvSpPr>
                <p:cNvPr id="1966" name="Google Shape;1966;p4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8" name="Google Shape;1968;p49"/>
              <p:cNvGrpSpPr/>
              <p:nvPr/>
            </p:nvGrpSpPr>
            <p:grpSpPr>
              <a:xfrm>
                <a:off x="2022774" y="671500"/>
                <a:ext cx="196674" cy="196585"/>
                <a:chOff x="1101075" y="2142375"/>
                <a:chExt cx="439200" cy="439100"/>
              </a:xfrm>
            </p:grpSpPr>
            <p:sp>
              <p:nvSpPr>
                <p:cNvPr id="1969" name="Google Shape;1969;p4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971" name="Google Shape;1971;p49"/>
          <p:cNvGrpSpPr/>
          <p:nvPr/>
        </p:nvGrpSpPr>
        <p:grpSpPr>
          <a:xfrm>
            <a:off x="4571996" y="2268220"/>
            <a:ext cx="5022035" cy="4764449"/>
            <a:chOff x="4571996" y="2268220"/>
            <a:chExt cx="5022035" cy="4764449"/>
          </a:xfrm>
        </p:grpSpPr>
        <p:pic>
          <p:nvPicPr>
            <p:cNvPr id="1972" name="Google Shape;1972;p49"/>
            <p:cNvPicPr preferRelativeResize="0"/>
            <p:nvPr/>
          </p:nvPicPr>
          <p:blipFill rotWithShape="1">
            <a:blip r:embed="rId3">
              <a:alphaModFix/>
            </a:blip>
            <a:srcRect l="16960" t="24718" r="7121" b="26177"/>
            <a:stretch/>
          </p:blipFill>
          <p:spPr>
            <a:xfrm flipH="1">
              <a:off x="5978271" y="3376950"/>
              <a:ext cx="3615750" cy="2759625"/>
            </a:xfrm>
            <a:prstGeom prst="rect">
              <a:avLst/>
            </a:prstGeom>
            <a:noFill/>
            <a:ln>
              <a:noFill/>
            </a:ln>
          </p:spPr>
        </p:pic>
        <p:grpSp>
          <p:nvGrpSpPr>
            <p:cNvPr id="1973" name="Google Shape;1973;p49"/>
            <p:cNvGrpSpPr/>
            <p:nvPr/>
          </p:nvGrpSpPr>
          <p:grpSpPr>
            <a:xfrm rot="10800000">
              <a:off x="4571996" y="2268220"/>
              <a:ext cx="5022035" cy="4764449"/>
              <a:chOff x="-494406" y="-1584825"/>
              <a:chExt cx="4397193" cy="4171657"/>
            </a:xfrm>
          </p:grpSpPr>
          <p:grpSp>
            <p:nvGrpSpPr>
              <p:cNvPr id="1974" name="Google Shape;1974;p49"/>
              <p:cNvGrpSpPr/>
              <p:nvPr/>
            </p:nvGrpSpPr>
            <p:grpSpPr>
              <a:xfrm>
                <a:off x="245875" y="-51824"/>
                <a:ext cx="208200" cy="1824700"/>
                <a:chOff x="1040050" y="3812126"/>
                <a:chExt cx="208200" cy="1824700"/>
              </a:xfrm>
            </p:grpSpPr>
            <p:sp>
              <p:nvSpPr>
                <p:cNvPr id="1975" name="Google Shape;1975;p49"/>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9"/>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7" name="Google Shape;1977;p49"/>
              <p:cNvGrpSpPr/>
              <p:nvPr/>
            </p:nvGrpSpPr>
            <p:grpSpPr>
              <a:xfrm rot="-8100000">
                <a:off x="540898" y="-1172741"/>
                <a:ext cx="2552124" cy="3347490"/>
                <a:chOff x="2976325" y="908175"/>
                <a:chExt cx="4028179" cy="5283555"/>
              </a:xfrm>
            </p:grpSpPr>
            <p:sp>
              <p:nvSpPr>
                <p:cNvPr id="1978" name="Google Shape;1978;p49"/>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9"/>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9"/>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1" name="Google Shape;1981;p49"/>
              <p:cNvGrpSpPr/>
              <p:nvPr/>
            </p:nvGrpSpPr>
            <p:grpSpPr>
              <a:xfrm>
                <a:off x="-1" y="621223"/>
                <a:ext cx="699940" cy="478601"/>
                <a:chOff x="39722" y="4349021"/>
                <a:chExt cx="1061964" cy="726143"/>
              </a:xfrm>
            </p:grpSpPr>
            <p:grpSp>
              <p:nvGrpSpPr>
                <p:cNvPr id="1982" name="Google Shape;1982;p49"/>
                <p:cNvGrpSpPr/>
                <p:nvPr/>
              </p:nvGrpSpPr>
              <p:grpSpPr>
                <a:xfrm rot="2700000">
                  <a:off x="140502" y="4460924"/>
                  <a:ext cx="524584" cy="502337"/>
                  <a:chOff x="1189791" y="-1767331"/>
                  <a:chExt cx="904284" cy="865933"/>
                </a:xfrm>
              </p:grpSpPr>
              <p:sp>
                <p:nvSpPr>
                  <p:cNvPr id="1983" name="Google Shape;1983;p4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84" name="Google Shape;1984;p49"/>
                  <p:cNvGrpSpPr/>
                  <p:nvPr/>
                </p:nvGrpSpPr>
                <p:grpSpPr>
                  <a:xfrm>
                    <a:off x="1232795" y="-1740829"/>
                    <a:ext cx="717621" cy="717392"/>
                    <a:chOff x="1483457" y="3953671"/>
                    <a:chExt cx="717621" cy="717392"/>
                  </a:xfrm>
                </p:grpSpPr>
                <p:sp>
                  <p:nvSpPr>
                    <p:cNvPr id="1985" name="Google Shape;1985;p4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90" name="Google Shape;1990;p4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1" name="Google Shape;1991;p49"/>
              <p:cNvGrpSpPr/>
              <p:nvPr/>
            </p:nvGrpSpPr>
            <p:grpSpPr>
              <a:xfrm>
                <a:off x="955673" y="11"/>
                <a:ext cx="592576" cy="405260"/>
                <a:chOff x="39722" y="4349021"/>
                <a:chExt cx="1061964" cy="726143"/>
              </a:xfrm>
            </p:grpSpPr>
            <p:grpSp>
              <p:nvGrpSpPr>
                <p:cNvPr id="1992" name="Google Shape;1992;p49"/>
                <p:cNvGrpSpPr/>
                <p:nvPr/>
              </p:nvGrpSpPr>
              <p:grpSpPr>
                <a:xfrm rot="2700000">
                  <a:off x="140502" y="4460924"/>
                  <a:ext cx="524584" cy="502337"/>
                  <a:chOff x="1189791" y="-1767331"/>
                  <a:chExt cx="904284" cy="865933"/>
                </a:xfrm>
              </p:grpSpPr>
              <p:sp>
                <p:nvSpPr>
                  <p:cNvPr id="1993" name="Google Shape;1993;p4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4" name="Google Shape;1994;p49"/>
                  <p:cNvGrpSpPr/>
                  <p:nvPr/>
                </p:nvGrpSpPr>
                <p:grpSpPr>
                  <a:xfrm>
                    <a:off x="1232795" y="-1740829"/>
                    <a:ext cx="717621" cy="717392"/>
                    <a:chOff x="1483457" y="3953671"/>
                    <a:chExt cx="717621" cy="717392"/>
                  </a:xfrm>
                </p:grpSpPr>
                <p:sp>
                  <p:nvSpPr>
                    <p:cNvPr id="1995" name="Google Shape;1995;p4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00" name="Google Shape;2000;p4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1" name="Google Shape;2001;p49"/>
              <p:cNvGrpSpPr/>
              <p:nvPr/>
            </p:nvGrpSpPr>
            <p:grpSpPr>
              <a:xfrm>
                <a:off x="441574" y="-36652"/>
                <a:ext cx="699940" cy="478601"/>
                <a:chOff x="39722" y="4349021"/>
                <a:chExt cx="1061964" cy="726143"/>
              </a:xfrm>
            </p:grpSpPr>
            <p:grpSp>
              <p:nvGrpSpPr>
                <p:cNvPr id="2002" name="Google Shape;2002;p49"/>
                <p:cNvGrpSpPr/>
                <p:nvPr/>
              </p:nvGrpSpPr>
              <p:grpSpPr>
                <a:xfrm rot="2700000">
                  <a:off x="140502" y="4460924"/>
                  <a:ext cx="524584" cy="502337"/>
                  <a:chOff x="1189791" y="-1767331"/>
                  <a:chExt cx="904284" cy="865933"/>
                </a:xfrm>
              </p:grpSpPr>
              <p:sp>
                <p:nvSpPr>
                  <p:cNvPr id="2003" name="Google Shape;2003;p4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04" name="Google Shape;2004;p49"/>
                  <p:cNvGrpSpPr/>
                  <p:nvPr/>
                </p:nvGrpSpPr>
                <p:grpSpPr>
                  <a:xfrm>
                    <a:off x="1232795" y="-1740829"/>
                    <a:ext cx="717621" cy="717392"/>
                    <a:chOff x="1483457" y="3953671"/>
                    <a:chExt cx="717621" cy="717392"/>
                  </a:xfrm>
                </p:grpSpPr>
                <p:sp>
                  <p:nvSpPr>
                    <p:cNvPr id="2005" name="Google Shape;2005;p4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10" name="Google Shape;2010;p4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1" name="Google Shape;2011;p49"/>
              <p:cNvGrpSpPr/>
              <p:nvPr/>
            </p:nvGrpSpPr>
            <p:grpSpPr>
              <a:xfrm>
                <a:off x="-494406" y="-252396"/>
                <a:ext cx="1741563" cy="1288563"/>
                <a:chOff x="-494406" y="-252396"/>
                <a:chExt cx="1741563" cy="1288563"/>
              </a:xfrm>
            </p:grpSpPr>
            <p:sp>
              <p:nvSpPr>
                <p:cNvPr id="2012" name="Google Shape;2012;p49"/>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9"/>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14" name="Google Shape;2014;p49"/>
            <p:cNvGrpSpPr/>
            <p:nvPr/>
          </p:nvGrpSpPr>
          <p:grpSpPr>
            <a:xfrm>
              <a:off x="5643425" y="4968525"/>
              <a:ext cx="439200" cy="439100"/>
              <a:chOff x="1101075" y="2142375"/>
              <a:chExt cx="439200" cy="439100"/>
            </a:xfrm>
          </p:grpSpPr>
          <p:sp>
            <p:nvSpPr>
              <p:cNvPr id="2015" name="Google Shape;2015;p4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17" name="Google Shape;2017;p49"/>
          <p:cNvGrpSpPr/>
          <p:nvPr/>
        </p:nvGrpSpPr>
        <p:grpSpPr>
          <a:xfrm>
            <a:off x="774450" y="3019701"/>
            <a:ext cx="5944442" cy="134100"/>
            <a:chOff x="774450" y="3019701"/>
            <a:chExt cx="5944442" cy="134100"/>
          </a:xfrm>
        </p:grpSpPr>
        <p:sp>
          <p:nvSpPr>
            <p:cNvPr id="2018" name="Google Shape;2018;p49"/>
            <p:cNvSpPr/>
            <p:nvPr/>
          </p:nvSpPr>
          <p:spPr>
            <a:xfrm>
              <a:off x="6584792"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19" name="Google Shape;2019;p49"/>
            <p:cNvCxnSpPr/>
            <p:nvPr/>
          </p:nvCxnSpPr>
          <p:spPr>
            <a:xfrm>
              <a:off x="774450" y="3086750"/>
              <a:ext cx="5848200" cy="0"/>
            </a:xfrm>
            <a:prstGeom prst="straightConnector1">
              <a:avLst/>
            </a:prstGeom>
            <a:noFill/>
            <a:ln w="9525" cap="flat" cmpd="sng">
              <a:solidFill>
                <a:schemeClr val="dk2"/>
              </a:solidFill>
              <a:prstDash val="solid"/>
              <a:round/>
              <a:headEnd type="none" w="med" len="med"/>
              <a:tailEnd type="none" w="med" len="med"/>
            </a:ln>
          </p:spPr>
        </p:cxnSp>
        <p:sp>
          <p:nvSpPr>
            <p:cNvPr id="2020" name="Google Shape;2020;p49"/>
            <p:cNvSpPr/>
            <p:nvPr/>
          </p:nvSpPr>
          <p:spPr>
            <a:xfrm>
              <a:off x="6614904"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2">
            <a:extLst>
              <a:ext uri="{FF2B5EF4-FFF2-40B4-BE49-F238E27FC236}">
                <a16:creationId xmlns:a16="http://schemas.microsoft.com/office/drawing/2014/main" id="{8BB95128-CCF3-3877-EDFB-975B19CE84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30" y="32084"/>
            <a:ext cx="529779" cy="5297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8">
          <a:extLst>
            <a:ext uri="{FF2B5EF4-FFF2-40B4-BE49-F238E27FC236}">
              <a16:creationId xmlns:a16="http://schemas.microsoft.com/office/drawing/2014/main" id="{0771B708-D74B-4A87-CE2E-85A153AFD6A8}"/>
            </a:ext>
          </a:extLst>
        </p:cNvPr>
        <p:cNvGrpSpPr/>
        <p:nvPr/>
      </p:nvGrpSpPr>
      <p:grpSpPr>
        <a:xfrm>
          <a:off x="0" y="0"/>
          <a:ext cx="0" cy="0"/>
          <a:chOff x="0" y="0"/>
          <a:chExt cx="0" cy="0"/>
        </a:xfrm>
      </p:grpSpPr>
      <p:grpSp>
        <p:nvGrpSpPr>
          <p:cNvPr id="1950" name="Google Shape;1950;p49">
            <a:extLst>
              <a:ext uri="{FF2B5EF4-FFF2-40B4-BE49-F238E27FC236}">
                <a16:creationId xmlns:a16="http://schemas.microsoft.com/office/drawing/2014/main" id="{FB38117F-6AA4-1DE9-5649-CF386E3E5498}"/>
              </a:ext>
            </a:extLst>
          </p:cNvPr>
          <p:cNvGrpSpPr/>
          <p:nvPr/>
        </p:nvGrpSpPr>
        <p:grpSpPr>
          <a:xfrm>
            <a:off x="-1238838" y="-2814271"/>
            <a:ext cx="6191222" cy="6569036"/>
            <a:chOff x="-1238838" y="-2814271"/>
            <a:chExt cx="6191222" cy="6569036"/>
          </a:xfrm>
        </p:grpSpPr>
        <p:pic>
          <p:nvPicPr>
            <p:cNvPr id="1951" name="Google Shape;1951;p49">
              <a:extLst>
                <a:ext uri="{FF2B5EF4-FFF2-40B4-BE49-F238E27FC236}">
                  <a16:creationId xmlns:a16="http://schemas.microsoft.com/office/drawing/2014/main" id="{C0C6C649-CDDF-6453-E3B2-BD5A5BFB5575}"/>
                </a:ext>
              </a:extLst>
            </p:cNvPr>
            <p:cNvPicPr preferRelativeResize="0"/>
            <p:nvPr/>
          </p:nvPicPr>
          <p:blipFill rotWithShape="1">
            <a:blip r:embed="rId3">
              <a:alphaModFix/>
            </a:blip>
            <a:srcRect l="16960" t="24718" r="7121" b="26177"/>
            <a:stretch/>
          </p:blipFill>
          <p:spPr>
            <a:xfrm flipH="1">
              <a:off x="-860279" y="-1155525"/>
              <a:ext cx="3615750" cy="2759625"/>
            </a:xfrm>
            <a:prstGeom prst="rect">
              <a:avLst/>
            </a:prstGeom>
            <a:noFill/>
            <a:ln>
              <a:noFill/>
            </a:ln>
          </p:spPr>
        </p:pic>
        <p:grpSp>
          <p:nvGrpSpPr>
            <p:cNvPr id="1952" name="Google Shape;1952;p49">
              <a:extLst>
                <a:ext uri="{FF2B5EF4-FFF2-40B4-BE49-F238E27FC236}">
                  <a16:creationId xmlns:a16="http://schemas.microsoft.com/office/drawing/2014/main" id="{F6C1EF5A-EFE2-C4F8-FFB9-F344240FF75C}"/>
                </a:ext>
              </a:extLst>
            </p:cNvPr>
            <p:cNvGrpSpPr/>
            <p:nvPr/>
          </p:nvGrpSpPr>
          <p:grpSpPr>
            <a:xfrm>
              <a:off x="-1238838" y="-2814271"/>
              <a:ext cx="6191222" cy="6569036"/>
              <a:chOff x="-1238838" y="-2814271"/>
              <a:chExt cx="6191222" cy="6569036"/>
            </a:xfrm>
          </p:grpSpPr>
          <p:sp>
            <p:nvSpPr>
              <p:cNvPr id="1953" name="Google Shape;1953;p49">
                <a:extLst>
                  <a:ext uri="{FF2B5EF4-FFF2-40B4-BE49-F238E27FC236}">
                    <a16:creationId xmlns:a16="http://schemas.microsoft.com/office/drawing/2014/main" id="{45DF854C-44C4-A5A6-40C5-91312450A44E}"/>
                  </a:ext>
                </a:extLst>
              </p:cNvPr>
              <p:cNvSpPr/>
              <p:nvPr/>
            </p:nvSpPr>
            <p:spPr>
              <a:xfrm rot="-2700000" flipH="1">
                <a:off x="-146394" y="-2093348"/>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9">
                <a:extLst>
                  <a:ext uri="{FF2B5EF4-FFF2-40B4-BE49-F238E27FC236}">
                    <a16:creationId xmlns:a16="http://schemas.microsoft.com/office/drawing/2014/main" id="{1C96EDE0-477D-B906-FE76-C124D2058A07}"/>
                  </a:ext>
                </a:extLst>
              </p:cNvPr>
              <p:cNvSpPr/>
              <p:nvPr/>
            </p:nvSpPr>
            <p:spPr>
              <a:xfrm rot="-2700000" flipH="1">
                <a:off x="-515017" y="-1565448"/>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9">
                <a:extLst>
                  <a:ext uri="{FF2B5EF4-FFF2-40B4-BE49-F238E27FC236}">
                    <a16:creationId xmlns:a16="http://schemas.microsoft.com/office/drawing/2014/main" id="{79AB1C8D-A311-F971-2BFB-4F5DC1E5A5E0}"/>
                  </a:ext>
                </a:extLst>
              </p:cNvPr>
              <p:cNvSpPr/>
              <p:nvPr/>
            </p:nvSpPr>
            <p:spPr>
              <a:xfrm rot="-2700000" flipH="1">
                <a:off x="194575" y="-1729713"/>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56" name="Google Shape;1956;p49">
                <a:extLst>
                  <a:ext uri="{FF2B5EF4-FFF2-40B4-BE49-F238E27FC236}">
                    <a16:creationId xmlns:a16="http://schemas.microsoft.com/office/drawing/2014/main" id="{327A72BE-00DC-3297-3D93-93989C0DB6C9}"/>
                  </a:ext>
                </a:extLst>
              </p:cNvPr>
              <p:cNvGrpSpPr/>
              <p:nvPr/>
            </p:nvGrpSpPr>
            <p:grpSpPr>
              <a:xfrm>
                <a:off x="3010374" y="1407525"/>
                <a:ext cx="196674" cy="196585"/>
                <a:chOff x="1101075" y="2142375"/>
                <a:chExt cx="439200" cy="439100"/>
              </a:xfrm>
            </p:grpSpPr>
            <p:sp>
              <p:nvSpPr>
                <p:cNvPr id="1957" name="Google Shape;1957;p49">
                  <a:extLst>
                    <a:ext uri="{FF2B5EF4-FFF2-40B4-BE49-F238E27FC236}">
                      <a16:creationId xmlns:a16="http://schemas.microsoft.com/office/drawing/2014/main" id="{C84A8CF6-2730-AA50-6B04-92094AB6A85A}"/>
                    </a:ext>
                  </a:extLst>
                </p:cNvPr>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9">
                  <a:extLst>
                    <a:ext uri="{FF2B5EF4-FFF2-40B4-BE49-F238E27FC236}">
                      <a16:creationId xmlns:a16="http://schemas.microsoft.com/office/drawing/2014/main" id="{5CFFDBCD-25DA-38E5-1EAE-DA6649E3392D}"/>
                    </a:ext>
                  </a:extLst>
                </p:cNvPr>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59" name="Google Shape;1959;p49">
                <a:extLst>
                  <a:ext uri="{FF2B5EF4-FFF2-40B4-BE49-F238E27FC236}">
                    <a16:creationId xmlns:a16="http://schemas.microsoft.com/office/drawing/2014/main" id="{E7DDC003-85FA-B56E-7ED1-72B5FADC5FCA}"/>
                  </a:ext>
                </a:extLst>
              </p:cNvPr>
              <p:cNvGrpSpPr/>
              <p:nvPr/>
            </p:nvGrpSpPr>
            <p:grpSpPr>
              <a:xfrm>
                <a:off x="1890399" y="1114475"/>
                <a:ext cx="196674" cy="196585"/>
                <a:chOff x="1101075" y="2142375"/>
                <a:chExt cx="439200" cy="439100"/>
              </a:xfrm>
            </p:grpSpPr>
            <p:sp>
              <p:nvSpPr>
                <p:cNvPr id="1960" name="Google Shape;1960;p49">
                  <a:extLst>
                    <a:ext uri="{FF2B5EF4-FFF2-40B4-BE49-F238E27FC236}">
                      <a16:creationId xmlns:a16="http://schemas.microsoft.com/office/drawing/2014/main" id="{276E2629-4122-F6C0-BA76-93E58F85A458}"/>
                    </a:ext>
                  </a:extLst>
                </p:cNvPr>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9">
                  <a:extLst>
                    <a:ext uri="{FF2B5EF4-FFF2-40B4-BE49-F238E27FC236}">
                      <a16:creationId xmlns:a16="http://schemas.microsoft.com/office/drawing/2014/main" id="{26182088-4032-0B38-3002-0EB9063496A4}"/>
                    </a:ext>
                  </a:extLst>
                </p:cNvPr>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2" name="Google Shape;1962;p49">
                <a:extLst>
                  <a:ext uri="{FF2B5EF4-FFF2-40B4-BE49-F238E27FC236}">
                    <a16:creationId xmlns:a16="http://schemas.microsoft.com/office/drawing/2014/main" id="{F8FA81D9-C08E-7886-4ACF-4CF429768C3A}"/>
                  </a:ext>
                </a:extLst>
              </p:cNvPr>
              <p:cNvGrpSpPr/>
              <p:nvPr/>
            </p:nvGrpSpPr>
            <p:grpSpPr>
              <a:xfrm>
                <a:off x="2755474" y="1114475"/>
                <a:ext cx="196674" cy="196585"/>
                <a:chOff x="1101075" y="2142375"/>
                <a:chExt cx="439200" cy="439100"/>
              </a:xfrm>
            </p:grpSpPr>
            <p:sp>
              <p:nvSpPr>
                <p:cNvPr id="1963" name="Google Shape;1963;p49">
                  <a:extLst>
                    <a:ext uri="{FF2B5EF4-FFF2-40B4-BE49-F238E27FC236}">
                      <a16:creationId xmlns:a16="http://schemas.microsoft.com/office/drawing/2014/main" id="{F055F766-BB9B-5ABE-C600-682518FF0D96}"/>
                    </a:ext>
                  </a:extLst>
                </p:cNvPr>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9">
                  <a:extLst>
                    <a:ext uri="{FF2B5EF4-FFF2-40B4-BE49-F238E27FC236}">
                      <a16:creationId xmlns:a16="http://schemas.microsoft.com/office/drawing/2014/main" id="{44210D46-A558-E1C6-15A7-5718BE7E78A4}"/>
                    </a:ext>
                  </a:extLst>
                </p:cNvPr>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5" name="Google Shape;1965;p49">
                <a:extLst>
                  <a:ext uri="{FF2B5EF4-FFF2-40B4-BE49-F238E27FC236}">
                    <a16:creationId xmlns:a16="http://schemas.microsoft.com/office/drawing/2014/main" id="{3D20405C-4A78-8842-6D6E-37A7B24F6BAC}"/>
                  </a:ext>
                </a:extLst>
              </p:cNvPr>
              <p:cNvGrpSpPr/>
              <p:nvPr/>
            </p:nvGrpSpPr>
            <p:grpSpPr>
              <a:xfrm>
                <a:off x="1290099" y="539500"/>
                <a:ext cx="196674" cy="196585"/>
                <a:chOff x="1101075" y="2142375"/>
                <a:chExt cx="439200" cy="439100"/>
              </a:xfrm>
            </p:grpSpPr>
            <p:sp>
              <p:nvSpPr>
                <p:cNvPr id="1966" name="Google Shape;1966;p49">
                  <a:extLst>
                    <a:ext uri="{FF2B5EF4-FFF2-40B4-BE49-F238E27FC236}">
                      <a16:creationId xmlns:a16="http://schemas.microsoft.com/office/drawing/2014/main" id="{83317BEF-47FA-5BD7-7F17-C10ADD1636C2}"/>
                    </a:ext>
                  </a:extLst>
                </p:cNvPr>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9">
                  <a:extLst>
                    <a:ext uri="{FF2B5EF4-FFF2-40B4-BE49-F238E27FC236}">
                      <a16:creationId xmlns:a16="http://schemas.microsoft.com/office/drawing/2014/main" id="{C6F82995-A080-F0C4-F8D2-BB921EF4EB03}"/>
                    </a:ext>
                  </a:extLst>
                </p:cNvPr>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8" name="Google Shape;1968;p49">
                <a:extLst>
                  <a:ext uri="{FF2B5EF4-FFF2-40B4-BE49-F238E27FC236}">
                    <a16:creationId xmlns:a16="http://schemas.microsoft.com/office/drawing/2014/main" id="{E2C02455-1A35-2D52-DEBA-02CAC8D2AEB5}"/>
                  </a:ext>
                </a:extLst>
              </p:cNvPr>
              <p:cNvGrpSpPr/>
              <p:nvPr/>
            </p:nvGrpSpPr>
            <p:grpSpPr>
              <a:xfrm>
                <a:off x="2022774" y="671500"/>
                <a:ext cx="196674" cy="196585"/>
                <a:chOff x="1101075" y="2142375"/>
                <a:chExt cx="439200" cy="439100"/>
              </a:xfrm>
            </p:grpSpPr>
            <p:sp>
              <p:nvSpPr>
                <p:cNvPr id="1969" name="Google Shape;1969;p49">
                  <a:extLst>
                    <a:ext uri="{FF2B5EF4-FFF2-40B4-BE49-F238E27FC236}">
                      <a16:creationId xmlns:a16="http://schemas.microsoft.com/office/drawing/2014/main" id="{E252A5B3-5949-B8E9-9DF8-C3768C8598FB}"/>
                    </a:ext>
                  </a:extLst>
                </p:cNvPr>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9">
                  <a:extLst>
                    <a:ext uri="{FF2B5EF4-FFF2-40B4-BE49-F238E27FC236}">
                      <a16:creationId xmlns:a16="http://schemas.microsoft.com/office/drawing/2014/main" id="{4B5B148A-0F5B-29FE-DE2B-A0910D8C20AF}"/>
                    </a:ext>
                  </a:extLst>
                </p:cNvPr>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971" name="Google Shape;1971;p49">
            <a:extLst>
              <a:ext uri="{FF2B5EF4-FFF2-40B4-BE49-F238E27FC236}">
                <a16:creationId xmlns:a16="http://schemas.microsoft.com/office/drawing/2014/main" id="{A1478800-7B2F-FC02-45F4-C4A56F369C7F}"/>
              </a:ext>
            </a:extLst>
          </p:cNvPr>
          <p:cNvGrpSpPr/>
          <p:nvPr/>
        </p:nvGrpSpPr>
        <p:grpSpPr>
          <a:xfrm>
            <a:off x="4571996" y="2268220"/>
            <a:ext cx="5022035" cy="4764449"/>
            <a:chOff x="4571996" y="2268220"/>
            <a:chExt cx="5022035" cy="4764449"/>
          </a:xfrm>
        </p:grpSpPr>
        <p:pic>
          <p:nvPicPr>
            <p:cNvPr id="1972" name="Google Shape;1972;p49">
              <a:extLst>
                <a:ext uri="{FF2B5EF4-FFF2-40B4-BE49-F238E27FC236}">
                  <a16:creationId xmlns:a16="http://schemas.microsoft.com/office/drawing/2014/main" id="{E4981538-A1DC-11BF-3542-79460762C098}"/>
                </a:ext>
              </a:extLst>
            </p:cNvPr>
            <p:cNvPicPr preferRelativeResize="0"/>
            <p:nvPr/>
          </p:nvPicPr>
          <p:blipFill rotWithShape="1">
            <a:blip r:embed="rId3">
              <a:alphaModFix/>
            </a:blip>
            <a:srcRect l="16960" t="24718" r="7121" b="26177"/>
            <a:stretch/>
          </p:blipFill>
          <p:spPr>
            <a:xfrm flipH="1">
              <a:off x="5978271" y="3376950"/>
              <a:ext cx="3615750" cy="2759625"/>
            </a:xfrm>
            <a:prstGeom prst="rect">
              <a:avLst/>
            </a:prstGeom>
            <a:noFill/>
            <a:ln>
              <a:noFill/>
            </a:ln>
          </p:spPr>
        </p:pic>
        <p:grpSp>
          <p:nvGrpSpPr>
            <p:cNvPr id="1973" name="Google Shape;1973;p49">
              <a:extLst>
                <a:ext uri="{FF2B5EF4-FFF2-40B4-BE49-F238E27FC236}">
                  <a16:creationId xmlns:a16="http://schemas.microsoft.com/office/drawing/2014/main" id="{746CC946-B60D-C2D0-9B40-F93F66BC09A2}"/>
                </a:ext>
              </a:extLst>
            </p:cNvPr>
            <p:cNvGrpSpPr/>
            <p:nvPr/>
          </p:nvGrpSpPr>
          <p:grpSpPr>
            <a:xfrm rot="10800000">
              <a:off x="4571996" y="2268220"/>
              <a:ext cx="5022035" cy="4764449"/>
              <a:chOff x="-494406" y="-1584825"/>
              <a:chExt cx="4397193" cy="4171657"/>
            </a:xfrm>
          </p:grpSpPr>
          <p:grpSp>
            <p:nvGrpSpPr>
              <p:cNvPr id="1974" name="Google Shape;1974;p49">
                <a:extLst>
                  <a:ext uri="{FF2B5EF4-FFF2-40B4-BE49-F238E27FC236}">
                    <a16:creationId xmlns:a16="http://schemas.microsoft.com/office/drawing/2014/main" id="{FF0BE608-0D1C-8BA9-4301-D82B9162C6C8}"/>
                  </a:ext>
                </a:extLst>
              </p:cNvPr>
              <p:cNvGrpSpPr/>
              <p:nvPr/>
            </p:nvGrpSpPr>
            <p:grpSpPr>
              <a:xfrm>
                <a:off x="245875" y="-51824"/>
                <a:ext cx="208200" cy="1824700"/>
                <a:chOff x="1040050" y="3812126"/>
                <a:chExt cx="208200" cy="1824700"/>
              </a:xfrm>
            </p:grpSpPr>
            <p:sp>
              <p:nvSpPr>
                <p:cNvPr id="1975" name="Google Shape;1975;p49">
                  <a:extLst>
                    <a:ext uri="{FF2B5EF4-FFF2-40B4-BE49-F238E27FC236}">
                      <a16:creationId xmlns:a16="http://schemas.microsoft.com/office/drawing/2014/main" id="{535B0900-01A0-73CC-B87A-47F4D42FFCB0}"/>
                    </a:ext>
                  </a:extLst>
                </p:cNvPr>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9">
                  <a:extLst>
                    <a:ext uri="{FF2B5EF4-FFF2-40B4-BE49-F238E27FC236}">
                      <a16:creationId xmlns:a16="http://schemas.microsoft.com/office/drawing/2014/main" id="{86101494-3382-8B7E-550A-B9213851EDF3}"/>
                    </a:ext>
                  </a:extLst>
                </p:cNvPr>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7" name="Google Shape;1977;p49">
                <a:extLst>
                  <a:ext uri="{FF2B5EF4-FFF2-40B4-BE49-F238E27FC236}">
                    <a16:creationId xmlns:a16="http://schemas.microsoft.com/office/drawing/2014/main" id="{7C195C62-A4CF-2F70-D7E6-5F9794B369F5}"/>
                  </a:ext>
                </a:extLst>
              </p:cNvPr>
              <p:cNvGrpSpPr/>
              <p:nvPr/>
            </p:nvGrpSpPr>
            <p:grpSpPr>
              <a:xfrm rot="-8100000">
                <a:off x="540898" y="-1172741"/>
                <a:ext cx="2552124" cy="3347490"/>
                <a:chOff x="2976325" y="908175"/>
                <a:chExt cx="4028179" cy="5283555"/>
              </a:xfrm>
            </p:grpSpPr>
            <p:sp>
              <p:nvSpPr>
                <p:cNvPr id="1978" name="Google Shape;1978;p49">
                  <a:extLst>
                    <a:ext uri="{FF2B5EF4-FFF2-40B4-BE49-F238E27FC236}">
                      <a16:creationId xmlns:a16="http://schemas.microsoft.com/office/drawing/2014/main" id="{8FE93250-0830-75B2-96B3-4FD65875FAD2}"/>
                    </a:ext>
                  </a:extLst>
                </p:cNvPr>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9">
                  <a:extLst>
                    <a:ext uri="{FF2B5EF4-FFF2-40B4-BE49-F238E27FC236}">
                      <a16:creationId xmlns:a16="http://schemas.microsoft.com/office/drawing/2014/main" id="{27432E04-10A6-8164-2CF1-150D921BDD62}"/>
                    </a:ext>
                  </a:extLst>
                </p:cNvPr>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9">
                  <a:extLst>
                    <a:ext uri="{FF2B5EF4-FFF2-40B4-BE49-F238E27FC236}">
                      <a16:creationId xmlns:a16="http://schemas.microsoft.com/office/drawing/2014/main" id="{5368F3E6-2E45-8FD0-56CB-7071B254996E}"/>
                    </a:ext>
                  </a:extLst>
                </p:cNvPr>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1" name="Google Shape;1981;p49">
                <a:extLst>
                  <a:ext uri="{FF2B5EF4-FFF2-40B4-BE49-F238E27FC236}">
                    <a16:creationId xmlns:a16="http://schemas.microsoft.com/office/drawing/2014/main" id="{B76D6175-366F-2D58-A44E-E5D6A7A2182C}"/>
                  </a:ext>
                </a:extLst>
              </p:cNvPr>
              <p:cNvGrpSpPr/>
              <p:nvPr/>
            </p:nvGrpSpPr>
            <p:grpSpPr>
              <a:xfrm>
                <a:off x="-1" y="621223"/>
                <a:ext cx="699940" cy="478601"/>
                <a:chOff x="39722" y="4349021"/>
                <a:chExt cx="1061964" cy="726143"/>
              </a:xfrm>
            </p:grpSpPr>
            <p:grpSp>
              <p:nvGrpSpPr>
                <p:cNvPr id="1982" name="Google Shape;1982;p49">
                  <a:extLst>
                    <a:ext uri="{FF2B5EF4-FFF2-40B4-BE49-F238E27FC236}">
                      <a16:creationId xmlns:a16="http://schemas.microsoft.com/office/drawing/2014/main" id="{6E0CF8C1-C5A4-7202-1692-FB9CD1BA8BE3}"/>
                    </a:ext>
                  </a:extLst>
                </p:cNvPr>
                <p:cNvGrpSpPr/>
                <p:nvPr/>
              </p:nvGrpSpPr>
              <p:grpSpPr>
                <a:xfrm rot="2700000">
                  <a:off x="140502" y="4460924"/>
                  <a:ext cx="524584" cy="502337"/>
                  <a:chOff x="1189791" y="-1767331"/>
                  <a:chExt cx="904284" cy="865933"/>
                </a:xfrm>
              </p:grpSpPr>
              <p:sp>
                <p:nvSpPr>
                  <p:cNvPr id="1983" name="Google Shape;1983;p49">
                    <a:extLst>
                      <a:ext uri="{FF2B5EF4-FFF2-40B4-BE49-F238E27FC236}">
                        <a16:creationId xmlns:a16="http://schemas.microsoft.com/office/drawing/2014/main" id="{6FE2763A-9AC0-0ADD-02B6-5B0BFC859508}"/>
                      </a:ext>
                    </a:extLst>
                  </p:cNvPr>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84" name="Google Shape;1984;p49">
                    <a:extLst>
                      <a:ext uri="{FF2B5EF4-FFF2-40B4-BE49-F238E27FC236}">
                        <a16:creationId xmlns:a16="http://schemas.microsoft.com/office/drawing/2014/main" id="{B5787067-F7F8-28C7-9C47-44F58C75136C}"/>
                      </a:ext>
                    </a:extLst>
                  </p:cNvPr>
                  <p:cNvGrpSpPr/>
                  <p:nvPr/>
                </p:nvGrpSpPr>
                <p:grpSpPr>
                  <a:xfrm>
                    <a:off x="1232795" y="-1740829"/>
                    <a:ext cx="717621" cy="717392"/>
                    <a:chOff x="1483457" y="3953671"/>
                    <a:chExt cx="717621" cy="717392"/>
                  </a:xfrm>
                </p:grpSpPr>
                <p:sp>
                  <p:nvSpPr>
                    <p:cNvPr id="1985" name="Google Shape;1985;p49">
                      <a:extLst>
                        <a:ext uri="{FF2B5EF4-FFF2-40B4-BE49-F238E27FC236}">
                          <a16:creationId xmlns:a16="http://schemas.microsoft.com/office/drawing/2014/main" id="{73A1FFCB-2D46-2163-144A-05A9AD884023}"/>
                        </a:ext>
                      </a:extLst>
                    </p:cNvPr>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9">
                      <a:extLst>
                        <a:ext uri="{FF2B5EF4-FFF2-40B4-BE49-F238E27FC236}">
                          <a16:creationId xmlns:a16="http://schemas.microsoft.com/office/drawing/2014/main" id="{DF81AFF9-3CAA-5C46-CDDD-E6F75EE4C019}"/>
                        </a:ext>
                      </a:extLst>
                    </p:cNvPr>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9">
                      <a:extLst>
                        <a:ext uri="{FF2B5EF4-FFF2-40B4-BE49-F238E27FC236}">
                          <a16:creationId xmlns:a16="http://schemas.microsoft.com/office/drawing/2014/main" id="{7B38880B-8E10-457C-1644-1FCA2809A69E}"/>
                        </a:ext>
                      </a:extLst>
                    </p:cNvPr>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9">
                      <a:extLst>
                        <a:ext uri="{FF2B5EF4-FFF2-40B4-BE49-F238E27FC236}">
                          <a16:creationId xmlns:a16="http://schemas.microsoft.com/office/drawing/2014/main" id="{92362C28-8653-2C42-8D07-657FE35D5BE9}"/>
                        </a:ext>
                      </a:extLst>
                    </p:cNvPr>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9">
                      <a:extLst>
                        <a:ext uri="{FF2B5EF4-FFF2-40B4-BE49-F238E27FC236}">
                          <a16:creationId xmlns:a16="http://schemas.microsoft.com/office/drawing/2014/main" id="{4039FDC9-9E4C-6643-ADEA-E70C08022C4D}"/>
                        </a:ext>
                      </a:extLst>
                    </p:cNvPr>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90" name="Google Shape;1990;p49">
                  <a:extLst>
                    <a:ext uri="{FF2B5EF4-FFF2-40B4-BE49-F238E27FC236}">
                      <a16:creationId xmlns:a16="http://schemas.microsoft.com/office/drawing/2014/main" id="{3F5AB6F9-C0AA-C9AD-902A-95E9C7C4DC32}"/>
                    </a:ext>
                  </a:extLst>
                </p:cNvPr>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1" name="Google Shape;1991;p49">
                <a:extLst>
                  <a:ext uri="{FF2B5EF4-FFF2-40B4-BE49-F238E27FC236}">
                    <a16:creationId xmlns:a16="http://schemas.microsoft.com/office/drawing/2014/main" id="{D192EC00-DC37-5561-5698-4DC9349A17AB}"/>
                  </a:ext>
                </a:extLst>
              </p:cNvPr>
              <p:cNvGrpSpPr/>
              <p:nvPr/>
            </p:nvGrpSpPr>
            <p:grpSpPr>
              <a:xfrm>
                <a:off x="955673" y="11"/>
                <a:ext cx="592576" cy="405260"/>
                <a:chOff x="39722" y="4349021"/>
                <a:chExt cx="1061964" cy="726143"/>
              </a:xfrm>
            </p:grpSpPr>
            <p:grpSp>
              <p:nvGrpSpPr>
                <p:cNvPr id="1992" name="Google Shape;1992;p49">
                  <a:extLst>
                    <a:ext uri="{FF2B5EF4-FFF2-40B4-BE49-F238E27FC236}">
                      <a16:creationId xmlns:a16="http://schemas.microsoft.com/office/drawing/2014/main" id="{42DE9830-052E-DDB8-15CD-4C06196EE8DF}"/>
                    </a:ext>
                  </a:extLst>
                </p:cNvPr>
                <p:cNvGrpSpPr/>
                <p:nvPr/>
              </p:nvGrpSpPr>
              <p:grpSpPr>
                <a:xfrm rot="2700000">
                  <a:off x="140502" y="4460924"/>
                  <a:ext cx="524584" cy="502337"/>
                  <a:chOff x="1189791" y="-1767331"/>
                  <a:chExt cx="904284" cy="865933"/>
                </a:xfrm>
              </p:grpSpPr>
              <p:sp>
                <p:nvSpPr>
                  <p:cNvPr id="1993" name="Google Shape;1993;p49">
                    <a:extLst>
                      <a:ext uri="{FF2B5EF4-FFF2-40B4-BE49-F238E27FC236}">
                        <a16:creationId xmlns:a16="http://schemas.microsoft.com/office/drawing/2014/main" id="{AA84788D-58B6-35C4-BF81-DC56231225C3}"/>
                      </a:ext>
                    </a:extLst>
                  </p:cNvPr>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4" name="Google Shape;1994;p49">
                    <a:extLst>
                      <a:ext uri="{FF2B5EF4-FFF2-40B4-BE49-F238E27FC236}">
                        <a16:creationId xmlns:a16="http://schemas.microsoft.com/office/drawing/2014/main" id="{B0F2D5AC-60F0-80CA-D7DF-6FAC80810340}"/>
                      </a:ext>
                    </a:extLst>
                  </p:cNvPr>
                  <p:cNvGrpSpPr/>
                  <p:nvPr/>
                </p:nvGrpSpPr>
                <p:grpSpPr>
                  <a:xfrm>
                    <a:off x="1232795" y="-1740829"/>
                    <a:ext cx="717621" cy="717392"/>
                    <a:chOff x="1483457" y="3953671"/>
                    <a:chExt cx="717621" cy="717392"/>
                  </a:xfrm>
                </p:grpSpPr>
                <p:sp>
                  <p:nvSpPr>
                    <p:cNvPr id="1995" name="Google Shape;1995;p49">
                      <a:extLst>
                        <a:ext uri="{FF2B5EF4-FFF2-40B4-BE49-F238E27FC236}">
                          <a16:creationId xmlns:a16="http://schemas.microsoft.com/office/drawing/2014/main" id="{4A4FF595-F682-EFAF-29FC-B089D5D1D60B}"/>
                        </a:ext>
                      </a:extLst>
                    </p:cNvPr>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9">
                      <a:extLst>
                        <a:ext uri="{FF2B5EF4-FFF2-40B4-BE49-F238E27FC236}">
                          <a16:creationId xmlns:a16="http://schemas.microsoft.com/office/drawing/2014/main" id="{89ED6004-0970-56D2-E152-D7299A9491EF}"/>
                        </a:ext>
                      </a:extLst>
                    </p:cNvPr>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9">
                      <a:extLst>
                        <a:ext uri="{FF2B5EF4-FFF2-40B4-BE49-F238E27FC236}">
                          <a16:creationId xmlns:a16="http://schemas.microsoft.com/office/drawing/2014/main" id="{3C895A37-E790-0A50-9E77-98DBD568C426}"/>
                        </a:ext>
                      </a:extLst>
                    </p:cNvPr>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9">
                      <a:extLst>
                        <a:ext uri="{FF2B5EF4-FFF2-40B4-BE49-F238E27FC236}">
                          <a16:creationId xmlns:a16="http://schemas.microsoft.com/office/drawing/2014/main" id="{CD43216B-98EB-1ABC-677F-CD25940BC8A9}"/>
                        </a:ext>
                      </a:extLst>
                    </p:cNvPr>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9">
                      <a:extLst>
                        <a:ext uri="{FF2B5EF4-FFF2-40B4-BE49-F238E27FC236}">
                          <a16:creationId xmlns:a16="http://schemas.microsoft.com/office/drawing/2014/main" id="{BBC695C6-E706-587F-91A2-05272AAF587A}"/>
                        </a:ext>
                      </a:extLst>
                    </p:cNvPr>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00" name="Google Shape;2000;p49">
                  <a:extLst>
                    <a:ext uri="{FF2B5EF4-FFF2-40B4-BE49-F238E27FC236}">
                      <a16:creationId xmlns:a16="http://schemas.microsoft.com/office/drawing/2014/main" id="{E3140A5D-D392-8013-B447-B4EF8F175A63}"/>
                    </a:ext>
                  </a:extLst>
                </p:cNvPr>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1" name="Google Shape;2001;p49">
                <a:extLst>
                  <a:ext uri="{FF2B5EF4-FFF2-40B4-BE49-F238E27FC236}">
                    <a16:creationId xmlns:a16="http://schemas.microsoft.com/office/drawing/2014/main" id="{D3CDE1EA-BFFB-1126-9C5F-A8EBB6432E2F}"/>
                  </a:ext>
                </a:extLst>
              </p:cNvPr>
              <p:cNvGrpSpPr/>
              <p:nvPr/>
            </p:nvGrpSpPr>
            <p:grpSpPr>
              <a:xfrm>
                <a:off x="441574" y="-36652"/>
                <a:ext cx="699940" cy="478601"/>
                <a:chOff x="39722" y="4349021"/>
                <a:chExt cx="1061964" cy="726143"/>
              </a:xfrm>
            </p:grpSpPr>
            <p:grpSp>
              <p:nvGrpSpPr>
                <p:cNvPr id="2002" name="Google Shape;2002;p49">
                  <a:extLst>
                    <a:ext uri="{FF2B5EF4-FFF2-40B4-BE49-F238E27FC236}">
                      <a16:creationId xmlns:a16="http://schemas.microsoft.com/office/drawing/2014/main" id="{D378ABCA-62AE-A1AF-581A-2CC4BE9BEEFD}"/>
                    </a:ext>
                  </a:extLst>
                </p:cNvPr>
                <p:cNvGrpSpPr/>
                <p:nvPr/>
              </p:nvGrpSpPr>
              <p:grpSpPr>
                <a:xfrm rot="2700000">
                  <a:off x="140502" y="4460924"/>
                  <a:ext cx="524584" cy="502337"/>
                  <a:chOff x="1189791" y="-1767331"/>
                  <a:chExt cx="904284" cy="865933"/>
                </a:xfrm>
              </p:grpSpPr>
              <p:sp>
                <p:nvSpPr>
                  <p:cNvPr id="2003" name="Google Shape;2003;p49">
                    <a:extLst>
                      <a:ext uri="{FF2B5EF4-FFF2-40B4-BE49-F238E27FC236}">
                        <a16:creationId xmlns:a16="http://schemas.microsoft.com/office/drawing/2014/main" id="{12CEA5B8-9756-7C10-D807-610F1CCC97AC}"/>
                      </a:ext>
                    </a:extLst>
                  </p:cNvPr>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04" name="Google Shape;2004;p49">
                    <a:extLst>
                      <a:ext uri="{FF2B5EF4-FFF2-40B4-BE49-F238E27FC236}">
                        <a16:creationId xmlns:a16="http://schemas.microsoft.com/office/drawing/2014/main" id="{B2E02A96-7E62-2BBD-CA35-5A17DBA2506A}"/>
                      </a:ext>
                    </a:extLst>
                  </p:cNvPr>
                  <p:cNvGrpSpPr/>
                  <p:nvPr/>
                </p:nvGrpSpPr>
                <p:grpSpPr>
                  <a:xfrm>
                    <a:off x="1232795" y="-1740829"/>
                    <a:ext cx="717621" cy="717392"/>
                    <a:chOff x="1483457" y="3953671"/>
                    <a:chExt cx="717621" cy="717392"/>
                  </a:xfrm>
                </p:grpSpPr>
                <p:sp>
                  <p:nvSpPr>
                    <p:cNvPr id="2005" name="Google Shape;2005;p49">
                      <a:extLst>
                        <a:ext uri="{FF2B5EF4-FFF2-40B4-BE49-F238E27FC236}">
                          <a16:creationId xmlns:a16="http://schemas.microsoft.com/office/drawing/2014/main" id="{8B96A69A-C0E0-3B3E-DC4F-21B0A8E4A49E}"/>
                        </a:ext>
                      </a:extLst>
                    </p:cNvPr>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9">
                      <a:extLst>
                        <a:ext uri="{FF2B5EF4-FFF2-40B4-BE49-F238E27FC236}">
                          <a16:creationId xmlns:a16="http://schemas.microsoft.com/office/drawing/2014/main" id="{B2C47412-77E1-62D4-9D66-A110EA9BBFC4}"/>
                        </a:ext>
                      </a:extLst>
                    </p:cNvPr>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9">
                      <a:extLst>
                        <a:ext uri="{FF2B5EF4-FFF2-40B4-BE49-F238E27FC236}">
                          <a16:creationId xmlns:a16="http://schemas.microsoft.com/office/drawing/2014/main" id="{4858D899-964B-46F0-DCA6-24DB3429FFEA}"/>
                        </a:ext>
                      </a:extLst>
                    </p:cNvPr>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9">
                      <a:extLst>
                        <a:ext uri="{FF2B5EF4-FFF2-40B4-BE49-F238E27FC236}">
                          <a16:creationId xmlns:a16="http://schemas.microsoft.com/office/drawing/2014/main" id="{8B00BE39-B23F-ECE3-3F58-72CD55EA4B1D}"/>
                        </a:ext>
                      </a:extLst>
                    </p:cNvPr>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9">
                      <a:extLst>
                        <a:ext uri="{FF2B5EF4-FFF2-40B4-BE49-F238E27FC236}">
                          <a16:creationId xmlns:a16="http://schemas.microsoft.com/office/drawing/2014/main" id="{DFA873BB-87DB-8EDD-8613-0E6746A3AB3E}"/>
                        </a:ext>
                      </a:extLst>
                    </p:cNvPr>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10" name="Google Shape;2010;p49">
                  <a:extLst>
                    <a:ext uri="{FF2B5EF4-FFF2-40B4-BE49-F238E27FC236}">
                      <a16:creationId xmlns:a16="http://schemas.microsoft.com/office/drawing/2014/main" id="{4D58B318-CC0B-6226-AF08-3A54B766F246}"/>
                    </a:ext>
                  </a:extLst>
                </p:cNvPr>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1" name="Google Shape;2011;p49">
                <a:extLst>
                  <a:ext uri="{FF2B5EF4-FFF2-40B4-BE49-F238E27FC236}">
                    <a16:creationId xmlns:a16="http://schemas.microsoft.com/office/drawing/2014/main" id="{BCB2709B-4EAB-22C2-29CA-BF209F34DA6A}"/>
                  </a:ext>
                </a:extLst>
              </p:cNvPr>
              <p:cNvGrpSpPr/>
              <p:nvPr/>
            </p:nvGrpSpPr>
            <p:grpSpPr>
              <a:xfrm>
                <a:off x="-494406" y="-252396"/>
                <a:ext cx="1741563" cy="1288563"/>
                <a:chOff x="-494406" y="-252396"/>
                <a:chExt cx="1741563" cy="1288563"/>
              </a:xfrm>
            </p:grpSpPr>
            <p:sp>
              <p:nvSpPr>
                <p:cNvPr id="2012" name="Google Shape;2012;p49">
                  <a:extLst>
                    <a:ext uri="{FF2B5EF4-FFF2-40B4-BE49-F238E27FC236}">
                      <a16:creationId xmlns:a16="http://schemas.microsoft.com/office/drawing/2014/main" id="{D15D5431-8C8A-7FB4-1AAD-F98E602F91B1}"/>
                    </a:ext>
                  </a:extLst>
                </p:cNvPr>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9">
                  <a:extLst>
                    <a:ext uri="{FF2B5EF4-FFF2-40B4-BE49-F238E27FC236}">
                      <a16:creationId xmlns:a16="http://schemas.microsoft.com/office/drawing/2014/main" id="{F8EE687A-BC36-24A5-D9C7-78726B9170DF}"/>
                    </a:ext>
                  </a:extLst>
                </p:cNvPr>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14" name="Google Shape;2014;p49">
              <a:extLst>
                <a:ext uri="{FF2B5EF4-FFF2-40B4-BE49-F238E27FC236}">
                  <a16:creationId xmlns:a16="http://schemas.microsoft.com/office/drawing/2014/main" id="{A9AF9433-E63C-37B4-276F-A4A3FF66FA06}"/>
                </a:ext>
              </a:extLst>
            </p:cNvPr>
            <p:cNvGrpSpPr/>
            <p:nvPr/>
          </p:nvGrpSpPr>
          <p:grpSpPr>
            <a:xfrm>
              <a:off x="5643425" y="4968525"/>
              <a:ext cx="439200" cy="439100"/>
              <a:chOff x="1101075" y="2142375"/>
              <a:chExt cx="439200" cy="439100"/>
            </a:xfrm>
          </p:grpSpPr>
          <p:sp>
            <p:nvSpPr>
              <p:cNvPr id="2015" name="Google Shape;2015;p49">
                <a:extLst>
                  <a:ext uri="{FF2B5EF4-FFF2-40B4-BE49-F238E27FC236}">
                    <a16:creationId xmlns:a16="http://schemas.microsoft.com/office/drawing/2014/main" id="{1772A88C-04FB-975A-D06F-FA69533264D2}"/>
                  </a:ext>
                </a:extLst>
              </p:cNvPr>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9">
                <a:extLst>
                  <a:ext uri="{FF2B5EF4-FFF2-40B4-BE49-F238E27FC236}">
                    <a16:creationId xmlns:a16="http://schemas.microsoft.com/office/drawing/2014/main" id="{4A613AE4-75BD-ED2A-6311-9ED38444AA73}"/>
                  </a:ext>
                </a:extLst>
              </p:cNvPr>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17" name="Google Shape;2017;p49">
            <a:extLst>
              <a:ext uri="{FF2B5EF4-FFF2-40B4-BE49-F238E27FC236}">
                <a16:creationId xmlns:a16="http://schemas.microsoft.com/office/drawing/2014/main" id="{1A032828-1BBF-EBA4-B9AB-3EF4A522C1BC}"/>
              </a:ext>
            </a:extLst>
          </p:cNvPr>
          <p:cNvGrpSpPr/>
          <p:nvPr/>
        </p:nvGrpSpPr>
        <p:grpSpPr>
          <a:xfrm>
            <a:off x="774450" y="3019701"/>
            <a:ext cx="5944442" cy="134100"/>
            <a:chOff x="774450" y="3019701"/>
            <a:chExt cx="5944442" cy="134100"/>
          </a:xfrm>
        </p:grpSpPr>
        <p:sp>
          <p:nvSpPr>
            <p:cNvPr id="2018" name="Google Shape;2018;p49">
              <a:extLst>
                <a:ext uri="{FF2B5EF4-FFF2-40B4-BE49-F238E27FC236}">
                  <a16:creationId xmlns:a16="http://schemas.microsoft.com/office/drawing/2014/main" id="{A61C1AD7-89B4-56E2-B60A-A0B7B5CE726B}"/>
                </a:ext>
              </a:extLst>
            </p:cNvPr>
            <p:cNvSpPr/>
            <p:nvPr/>
          </p:nvSpPr>
          <p:spPr>
            <a:xfrm>
              <a:off x="6584792"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19" name="Google Shape;2019;p49">
              <a:extLst>
                <a:ext uri="{FF2B5EF4-FFF2-40B4-BE49-F238E27FC236}">
                  <a16:creationId xmlns:a16="http://schemas.microsoft.com/office/drawing/2014/main" id="{531DC7C6-70AC-07AD-2E0D-0273A8878071}"/>
                </a:ext>
              </a:extLst>
            </p:cNvPr>
            <p:cNvCxnSpPr/>
            <p:nvPr/>
          </p:nvCxnSpPr>
          <p:spPr>
            <a:xfrm>
              <a:off x="774450" y="3086750"/>
              <a:ext cx="5848200" cy="0"/>
            </a:xfrm>
            <a:prstGeom prst="straightConnector1">
              <a:avLst/>
            </a:prstGeom>
            <a:noFill/>
            <a:ln w="9525" cap="flat" cmpd="sng">
              <a:solidFill>
                <a:schemeClr val="dk2"/>
              </a:solidFill>
              <a:prstDash val="solid"/>
              <a:round/>
              <a:headEnd type="none" w="med" len="med"/>
              <a:tailEnd type="none" w="med" len="med"/>
            </a:ln>
          </p:spPr>
        </p:cxnSp>
        <p:sp>
          <p:nvSpPr>
            <p:cNvPr id="2020" name="Google Shape;2020;p49">
              <a:extLst>
                <a:ext uri="{FF2B5EF4-FFF2-40B4-BE49-F238E27FC236}">
                  <a16:creationId xmlns:a16="http://schemas.microsoft.com/office/drawing/2014/main" id="{A88962DE-2D42-3CE4-337B-24C93B4DDBF6}"/>
                </a:ext>
              </a:extLst>
            </p:cNvPr>
            <p:cNvSpPr/>
            <p:nvPr/>
          </p:nvSpPr>
          <p:spPr>
            <a:xfrm>
              <a:off x="6614904"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2412;p64">
            <a:extLst>
              <a:ext uri="{FF2B5EF4-FFF2-40B4-BE49-F238E27FC236}">
                <a16:creationId xmlns:a16="http://schemas.microsoft.com/office/drawing/2014/main" id="{B2A218A2-43B4-67B2-273F-2EA397B32038}"/>
              </a:ext>
            </a:extLst>
          </p:cNvPr>
          <p:cNvSpPr txBox="1">
            <a:spLocks/>
          </p:cNvSpPr>
          <p:nvPr/>
        </p:nvSpPr>
        <p:spPr>
          <a:xfrm>
            <a:off x="643698" y="2290682"/>
            <a:ext cx="5126700" cy="105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dk2"/>
              </a:buClr>
              <a:buSzPts val="4800"/>
              <a:buFont typeface="IBM Plex Mono"/>
              <a:buNone/>
              <a:defRPr sz="6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4800"/>
              <a:buFont typeface="IBM Plex Mono"/>
              <a:buNone/>
              <a:defRPr sz="48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4800"/>
              <a:buFont typeface="IBM Plex Mono"/>
              <a:buNone/>
              <a:defRPr sz="48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4800"/>
              <a:buFont typeface="IBM Plex Mono"/>
              <a:buNone/>
              <a:defRPr sz="48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4800"/>
              <a:buFont typeface="IBM Plex Mono"/>
              <a:buNone/>
              <a:defRPr sz="48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4800"/>
              <a:buFont typeface="IBM Plex Mono"/>
              <a:buNone/>
              <a:defRPr sz="48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4800"/>
              <a:buFont typeface="IBM Plex Mono"/>
              <a:buNone/>
              <a:defRPr sz="48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4800"/>
              <a:buFont typeface="IBM Plex Mono"/>
              <a:buNone/>
              <a:defRPr sz="48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4800"/>
              <a:buFont typeface="IBM Plex Mono"/>
              <a:buNone/>
              <a:defRPr sz="4800" b="1" i="0" u="none" strike="noStrike" cap="none">
                <a:solidFill>
                  <a:schemeClr val="dk2"/>
                </a:solidFill>
                <a:latin typeface="IBM Plex Mono"/>
                <a:ea typeface="IBM Plex Mono"/>
                <a:cs typeface="IBM Plex Mono"/>
                <a:sym typeface="IBM Plex Mono"/>
              </a:defRPr>
            </a:lvl9pPr>
          </a:lstStyle>
          <a:p>
            <a:r>
              <a:rPr lang="en-US"/>
              <a:t>Thanks!</a:t>
            </a:r>
          </a:p>
        </p:txBody>
      </p:sp>
    </p:spTree>
    <p:extLst>
      <p:ext uri="{BB962C8B-B14F-4D97-AF65-F5344CB8AC3E}">
        <p14:creationId xmlns:p14="http://schemas.microsoft.com/office/powerpoint/2010/main" val="785825259"/>
      </p:ext>
    </p:extLst>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963</TotalTime>
  <Words>1138</Words>
  <Application>Microsoft Office PowerPoint</Application>
  <PresentationFormat>On-screen Show (16:9)</PresentationFormat>
  <Paragraphs>85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Poppins</vt:lpstr>
      <vt:lpstr>Source Code Pro</vt:lpstr>
      <vt:lpstr>Arial</vt:lpstr>
      <vt:lpstr>IBM Plex Mono</vt:lpstr>
      <vt:lpstr>Introduction to Coding Workshop by Slidesgo</vt:lpstr>
      <vt:lpstr>ĐIỂN KHIỂN TAY MÁY ẢO BẰNG CỬ CHỈ BÀN TAY</vt:lpstr>
      <vt:lpstr>Nội dung</vt:lpstr>
      <vt:lpstr>I. Giới thiệu và định nghĩa</vt:lpstr>
      <vt:lpstr>II. Qui trình xử lí</vt:lpstr>
      <vt:lpstr>II. Qui trình xử lí</vt:lpstr>
      <vt:lpstr>III. Các nghiên cứu liên quan</vt:lpstr>
      <vt:lpstr>III. Các nghiên cứu liên quan</vt:lpstr>
      <vt:lpstr>III. Các nghiên cứu liên quan</vt:lpstr>
      <vt:lpstr>III. Các nghiên cứu liên quan</vt:lpstr>
      <vt:lpstr>III. Các nghiên cứu liên quan</vt:lpstr>
      <vt:lpstr>III. Hướng nghiên cứu</vt:lpstr>
      <vt:lpstr>IV. DEMO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phat dinh</dc:creator>
  <cp:lastModifiedBy>phat dinh</cp:lastModifiedBy>
  <cp:revision>10</cp:revision>
  <dcterms:modified xsi:type="dcterms:W3CDTF">2025-07-19T10:06:02Z</dcterms:modified>
</cp:coreProperties>
</file>